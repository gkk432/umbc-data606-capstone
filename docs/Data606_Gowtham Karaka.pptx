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83" r:id="rId3"/>
    <p:sldId id="285" r:id="rId4"/>
    <p:sldId id="287" r:id="rId5"/>
    <p:sldId id="288" r:id="rId6"/>
    <p:sldId id="291" r:id="rId7"/>
    <p:sldId id="289" r:id="rId8"/>
    <p:sldId id="303" r:id="rId9"/>
    <p:sldId id="293" r:id="rId10"/>
    <p:sldId id="295" r:id="rId11"/>
    <p:sldId id="296" r:id="rId12"/>
    <p:sldId id="300" r:id="rId13"/>
    <p:sldId id="301" r:id="rId14"/>
    <p:sldId id="302" r:id="rId1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FD2D71-9560-4364-9ED6-81220696F66C}" v="6" dt="2024-05-15T00:19:23.7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72" autoAdjust="0"/>
    <p:restoredTop sz="94681"/>
  </p:normalViewPr>
  <p:slideViewPr>
    <p:cSldViewPr snapToGrid="0" snapToObjects="1">
      <p:cViewPr varScale="1">
        <p:scale>
          <a:sx n="154" d="100"/>
          <a:sy n="154" d="100"/>
        </p:scale>
        <p:origin x="536" y="192"/>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FF260A-700A-5743-B647-F6B84C7A1F8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BA64C22-F19C-0841-A87F-E3E3C5BD9914}">
      <dgm:prSet/>
      <dgm:spPr/>
      <dgm:t>
        <a:bodyPr/>
        <a:lstStyle/>
        <a:p>
          <a:r>
            <a:rPr lang="en-US" b="1" i="0"/>
            <a:t>Data sources:</a:t>
          </a:r>
          <a:br>
            <a:rPr lang="en-US" b="0" i="0"/>
          </a:br>
          <a:r>
            <a:rPr lang="en-US" b="0" i="0"/>
            <a:t>Amazon Fine Food Reviews dataset from SNAP and Kaggle.</a:t>
          </a:r>
          <a:endParaRPr lang="en-US"/>
        </a:p>
      </dgm:t>
    </dgm:pt>
    <dgm:pt modelId="{85C43D2A-D9B2-2040-92CC-8CE578022C9C}" type="parTrans" cxnId="{7723BBF1-BF2B-C74D-B0BD-5D82005972AE}">
      <dgm:prSet/>
      <dgm:spPr/>
      <dgm:t>
        <a:bodyPr/>
        <a:lstStyle/>
        <a:p>
          <a:endParaRPr lang="en-US"/>
        </a:p>
      </dgm:t>
    </dgm:pt>
    <dgm:pt modelId="{CD553AD3-7A30-CC41-BB78-37D5E808FEB5}" type="sibTrans" cxnId="{7723BBF1-BF2B-C74D-B0BD-5D82005972AE}">
      <dgm:prSet/>
      <dgm:spPr/>
      <dgm:t>
        <a:bodyPr/>
        <a:lstStyle/>
        <a:p>
          <a:endParaRPr lang="en-US"/>
        </a:p>
      </dgm:t>
    </dgm:pt>
    <dgm:pt modelId="{EE13B7BD-6BFA-B641-A0C9-0794E6E620BB}">
      <dgm:prSet/>
      <dgm:spPr/>
      <dgm:t>
        <a:bodyPr/>
        <a:lstStyle/>
        <a:p>
          <a:r>
            <a:rPr lang="en-US" b="1" i="0"/>
            <a:t>Data size:</a:t>
          </a:r>
          <a:br>
            <a:rPr lang="en-US" b="0" i="0"/>
          </a:br>
          <a:r>
            <a:rPr lang="en-US" b="0" i="0"/>
            <a:t>Approximately 300 MB.</a:t>
          </a:r>
          <a:endParaRPr lang="en-US"/>
        </a:p>
      </dgm:t>
    </dgm:pt>
    <dgm:pt modelId="{10FD5CE1-AD98-7A43-9696-8E1A2CDFC007}" type="parTrans" cxnId="{803C0D35-8C0E-F64B-9C87-84B237C91751}">
      <dgm:prSet/>
      <dgm:spPr/>
      <dgm:t>
        <a:bodyPr/>
        <a:lstStyle/>
        <a:p>
          <a:endParaRPr lang="en-US"/>
        </a:p>
      </dgm:t>
    </dgm:pt>
    <dgm:pt modelId="{BB918BDE-0D34-4A40-AAA3-66C7B549B769}" type="sibTrans" cxnId="{803C0D35-8C0E-F64B-9C87-84B237C91751}">
      <dgm:prSet/>
      <dgm:spPr/>
      <dgm:t>
        <a:bodyPr/>
        <a:lstStyle/>
        <a:p>
          <a:endParaRPr lang="en-US"/>
        </a:p>
      </dgm:t>
    </dgm:pt>
    <dgm:pt modelId="{3ABDD74C-A81E-6448-BFC2-5226BC280871}">
      <dgm:prSet/>
      <dgm:spPr/>
      <dgm:t>
        <a:bodyPr/>
        <a:lstStyle/>
        <a:p>
          <a:r>
            <a:rPr lang="en-US" b="1" i="0"/>
            <a:t>Data shape:</a:t>
          </a:r>
          <a:br>
            <a:rPr lang="en-US" b="0" i="0"/>
          </a:br>
          <a:r>
            <a:rPr lang="en-US" b="0" i="0"/>
            <a:t>568,454 rows and 10 columns.</a:t>
          </a:r>
          <a:endParaRPr lang="en-US"/>
        </a:p>
      </dgm:t>
    </dgm:pt>
    <dgm:pt modelId="{D48A3166-52D8-3C4B-9019-4F20A14F2257}" type="parTrans" cxnId="{2E5B578B-2408-9E47-BD90-6C8C559B372E}">
      <dgm:prSet/>
      <dgm:spPr/>
      <dgm:t>
        <a:bodyPr/>
        <a:lstStyle/>
        <a:p>
          <a:endParaRPr lang="en-US"/>
        </a:p>
      </dgm:t>
    </dgm:pt>
    <dgm:pt modelId="{146CC61B-F69B-0141-A1CD-2AD6E23D2096}" type="sibTrans" cxnId="{2E5B578B-2408-9E47-BD90-6C8C559B372E}">
      <dgm:prSet/>
      <dgm:spPr/>
      <dgm:t>
        <a:bodyPr/>
        <a:lstStyle/>
        <a:p>
          <a:endParaRPr lang="en-US"/>
        </a:p>
      </dgm:t>
    </dgm:pt>
    <dgm:pt modelId="{98BE937C-ACCD-9A47-BFD8-32AE4221483D}">
      <dgm:prSet/>
      <dgm:spPr/>
      <dgm:t>
        <a:bodyPr/>
        <a:lstStyle/>
        <a:p>
          <a:r>
            <a:rPr lang="en-US" b="1" i="0"/>
            <a:t>Time period:</a:t>
          </a:r>
          <a:br>
            <a:rPr lang="en-US" b="0" i="0"/>
          </a:br>
          <a:r>
            <a:rPr lang="en-US" b="0" i="0"/>
            <a:t>October 1999 to October 2012.</a:t>
          </a:r>
          <a:endParaRPr lang="en-US"/>
        </a:p>
      </dgm:t>
    </dgm:pt>
    <dgm:pt modelId="{32EA5585-B896-394C-A0B9-E86437D07E7E}" type="parTrans" cxnId="{B310B773-7912-6340-8AD8-67C850B40944}">
      <dgm:prSet/>
      <dgm:spPr/>
      <dgm:t>
        <a:bodyPr/>
        <a:lstStyle/>
        <a:p>
          <a:endParaRPr lang="en-US"/>
        </a:p>
      </dgm:t>
    </dgm:pt>
    <dgm:pt modelId="{B7948B7C-3700-6244-9516-AEB272C15A05}" type="sibTrans" cxnId="{B310B773-7912-6340-8AD8-67C850B40944}">
      <dgm:prSet/>
      <dgm:spPr/>
      <dgm:t>
        <a:bodyPr/>
        <a:lstStyle/>
        <a:p>
          <a:endParaRPr lang="en-US"/>
        </a:p>
      </dgm:t>
    </dgm:pt>
    <dgm:pt modelId="{DDD23E67-7BFE-414B-AAEE-B7127CB3B039}">
      <dgm:prSet/>
      <dgm:spPr/>
      <dgm:t>
        <a:bodyPr/>
        <a:lstStyle/>
        <a:p>
          <a:r>
            <a:rPr lang="en-US" b="1" i="0"/>
            <a:t>What does each row represent?</a:t>
          </a:r>
          <a:br>
            <a:rPr lang="en-US" b="0" i="0"/>
          </a:br>
          <a:r>
            <a:rPr lang="en-US" b="0" i="0"/>
            <a:t>Each row represents a single review of a fine food product on Amazon.</a:t>
          </a:r>
          <a:endParaRPr lang="en-US"/>
        </a:p>
      </dgm:t>
    </dgm:pt>
    <dgm:pt modelId="{3780F66B-FA46-7E4D-BA4A-97E7EE41769B}" type="parTrans" cxnId="{F534BD00-7BFB-B941-A061-F3367FB65D76}">
      <dgm:prSet/>
      <dgm:spPr/>
      <dgm:t>
        <a:bodyPr/>
        <a:lstStyle/>
        <a:p>
          <a:endParaRPr lang="en-US"/>
        </a:p>
      </dgm:t>
    </dgm:pt>
    <dgm:pt modelId="{937976BD-7C5E-6743-AE70-8B7BB4C7203D}" type="sibTrans" cxnId="{F534BD00-7BFB-B941-A061-F3367FB65D76}">
      <dgm:prSet/>
      <dgm:spPr/>
      <dgm:t>
        <a:bodyPr/>
        <a:lstStyle/>
        <a:p>
          <a:endParaRPr lang="en-US"/>
        </a:p>
      </dgm:t>
    </dgm:pt>
    <dgm:pt modelId="{370F0672-CF52-AE4A-92F2-BDB36F00E7BB}">
      <dgm:prSet/>
      <dgm:spPr/>
      <dgm:t>
        <a:bodyPr/>
        <a:lstStyle/>
        <a:p>
          <a:r>
            <a:rPr lang="en-US" b="1" i="0"/>
            <a:t>Which variable/column will be your target/label in your ML model?</a:t>
          </a:r>
          <a:endParaRPr lang="en-US"/>
        </a:p>
      </dgm:t>
    </dgm:pt>
    <dgm:pt modelId="{8B671ED6-9038-2A4B-BB46-3F531A1099C8}" type="parTrans" cxnId="{E4291460-9705-714B-973B-E60DD47741A8}">
      <dgm:prSet/>
      <dgm:spPr/>
      <dgm:t>
        <a:bodyPr/>
        <a:lstStyle/>
        <a:p>
          <a:endParaRPr lang="en-US"/>
        </a:p>
      </dgm:t>
    </dgm:pt>
    <dgm:pt modelId="{BE4DA91E-CB75-D948-9674-A87319AF9C27}" type="sibTrans" cxnId="{E4291460-9705-714B-973B-E60DD47741A8}">
      <dgm:prSet/>
      <dgm:spPr/>
      <dgm:t>
        <a:bodyPr/>
        <a:lstStyle/>
        <a:p>
          <a:endParaRPr lang="en-US"/>
        </a:p>
      </dgm:t>
    </dgm:pt>
    <dgm:pt modelId="{8E38779A-DFE4-7947-98CB-F667147E46EB}">
      <dgm:prSet/>
      <dgm:spPr/>
      <dgm:t>
        <a:bodyPr/>
        <a:lstStyle/>
        <a:p>
          <a:r>
            <a:rPr lang="en-US" b="0" i="0"/>
            <a:t>Target variable for sentiment classification: Score (converted to binary sentiment: positive if ≥ 4, negative if ≤ 2)</a:t>
          </a:r>
          <a:endParaRPr lang="en-US"/>
        </a:p>
      </dgm:t>
    </dgm:pt>
    <dgm:pt modelId="{CC897C8E-9834-C947-94EF-F5E0285E8F98}" type="parTrans" cxnId="{EB3F4808-2975-6D44-809C-C79069DA427B}">
      <dgm:prSet/>
      <dgm:spPr/>
      <dgm:t>
        <a:bodyPr/>
        <a:lstStyle/>
        <a:p>
          <a:endParaRPr lang="en-US"/>
        </a:p>
      </dgm:t>
    </dgm:pt>
    <dgm:pt modelId="{97BEE976-A776-764D-ACB4-A9E0EEF10A02}" type="sibTrans" cxnId="{EB3F4808-2975-6D44-809C-C79069DA427B}">
      <dgm:prSet/>
      <dgm:spPr/>
      <dgm:t>
        <a:bodyPr/>
        <a:lstStyle/>
        <a:p>
          <a:endParaRPr lang="en-US"/>
        </a:p>
      </dgm:t>
    </dgm:pt>
    <dgm:pt modelId="{2EF0EFAB-BD0D-1F47-9521-8328C01155E5}" type="pres">
      <dgm:prSet presAssocID="{41FF260A-700A-5743-B647-F6B84C7A1F81}" presName="linear" presStyleCnt="0">
        <dgm:presLayoutVars>
          <dgm:animLvl val="lvl"/>
          <dgm:resizeHandles val="exact"/>
        </dgm:presLayoutVars>
      </dgm:prSet>
      <dgm:spPr/>
    </dgm:pt>
    <dgm:pt modelId="{43BA6394-219A-A147-9AD7-1736CC3BA608}" type="pres">
      <dgm:prSet presAssocID="{9BA64C22-F19C-0841-A87F-E3E3C5BD9914}" presName="parentText" presStyleLbl="node1" presStyleIdx="0" presStyleCnt="6">
        <dgm:presLayoutVars>
          <dgm:chMax val="0"/>
          <dgm:bulletEnabled val="1"/>
        </dgm:presLayoutVars>
      </dgm:prSet>
      <dgm:spPr/>
    </dgm:pt>
    <dgm:pt modelId="{9F768A8F-335C-224F-B58A-E92A35794910}" type="pres">
      <dgm:prSet presAssocID="{CD553AD3-7A30-CC41-BB78-37D5E808FEB5}" presName="spacer" presStyleCnt="0"/>
      <dgm:spPr/>
    </dgm:pt>
    <dgm:pt modelId="{F7E3298F-CB84-C749-AC40-374F01398E58}" type="pres">
      <dgm:prSet presAssocID="{EE13B7BD-6BFA-B641-A0C9-0794E6E620BB}" presName="parentText" presStyleLbl="node1" presStyleIdx="1" presStyleCnt="6">
        <dgm:presLayoutVars>
          <dgm:chMax val="0"/>
          <dgm:bulletEnabled val="1"/>
        </dgm:presLayoutVars>
      </dgm:prSet>
      <dgm:spPr/>
    </dgm:pt>
    <dgm:pt modelId="{86D56FB8-B214-264B-8743-3453F17FBC86}" type="pres">
      <dgm:prSet presAssocID="{BB918BDE-0D34-4A40-AAA3-66C7B549B769}" presName="spacer" presStyleCnt="0"/>
      <dgm:spPr/>
    </dgm:pt>
    <dgm:pt modelId="{FAECFD41-9EFF-0F42-8C66-C7F74608398D}" type="pres">
      <dgm:prSet presAssocID="{3ABDD74C-A81E-6448-BFC2-5226BC280871}" presName="parentText" presStyleLbl="node1" presStyleIdx="2" presStyleCnt="6">
        <dgm:presLayoutVars>
          <dgm:chMax val="0"/>
          <dgm:bulletEnabled val="1"/>
        </dgm:presLayoutVars>
      </dgm:prSet>
      <dgm:spPr/>
    </dgm:pt>
    <dgm:pt modelId="{FEEA74F6-8B3C-0840-BED6-05B3CABF4A4B}" type="pres">
      <dgm:prSet presAssocID="{146CC61B-F69B-0141-A1CD-2AD6E23D2096}" presName="spacer" presStyleCnt="0"/>
      <dgm:spPr/>
    </dgm:pt>
    <dgm:pt modelId="{B0C9FF13-41C5-374F-8139-B81F3E9F0C6B}" type="pres">
      <dgm:prSet presAssocID="{98BE937C-ACCD-9A47-BFD8-32AE4221483D}" presName="parentText" presStyleLbl="node1" presStyleIdx="3" presStyleCnt="6">
        <dgm:presLayoutVars>
          <dgm:chMax val="0"/>
          <dgm:bulletEnabled val="1"/>
        </dgm:presLayoutVars>
      </dgm:prSet>
      <dgm:spPr/>
    </dgm:pt>
    <dgm:pt modelId="{E4356867-8907-F74B-AD31-E5760390AA2C}" type="pres">
      <dgm:prSet presAssocID="{B7948B7C-3700-6244-9516-AEB272C15A05}" presName="spacer" presStyleCnt="0"/>
      <dgm:spPr/>
    </dgm:pt>
    <dgm:pt modelId="{0455A099-4A34-A841-9087-53AD32288461}" type="pres">
      <dgm:prSet presAssocID="{DDD23E67-7BFE-414B-AAEE-B7127CB3B039}" presName="parentText" presStyleLbl="node1" presStyleIdx="4" presStyleCnt="6">
        <dgm:presLayoutVars>
          <dgm:chMax val="0"/>
          <dgm:bulletEnabled val="1"/>
        </dgm:presLayoutVars>
      </dgm:prSet>
      <dgm:spPr/>
    </dgm:pt>
    <dgm:pt modelId="{85878E53-982A-C541-8D7C-E0917602E990}" type="pres">
      <dgm:prSet presAssocID="{937976BD-7C5E-6743-AE70-8B7BB4C7203D}" presName="spacer" presStyleCnt="0"/>
      <dgm:spPr/>
    </dgm:pt>
    <dgm:pt modelId="{83B30D9E-51E5-BA4E-B2AF-349D4D778719}" type="pres">
      <dgm:prSet presAssocID="{370F0672-CF52-AE4A-92F2-BDB36F00E7BB}" presName="parentText" presStyleLbl="node1" presStyleIdx="5" presStyleCnt="6">
        <dgm:presLayoutVars>
          <dgm:chMax val="0"/>
          <dgm:bulletEnabled val="1"/>
        </dgm:presLayoutVars>
      </dgm:prSet>
      <dgm:spPr/>
    </dgm:pt>
    <dgm:pt modelId="{A6FB322C-1F06-124B-8733-DE184DFA178E}" type="pres">
      <dgm:prSet presAssocID="{370F0672-CF52-AE4A-92F2-BDB36F00E7BB}" presName="childText" presStyleLbl="revTx" presStyleIdx="0" presStyleCnt="1">
        <dgm:presLayoutVars>
          <dgm:bulletEnabled val="1"/>
        </dgm:presLayoutVars>
      </dgm:prSet>
      <dgm:spPr/>
    </dgm:pt>
  </dgm:ptLst>
  <dgm:cxnLst>
    <dgm:cxn modelId="{F534BD00-7BFB-B941-A061-F3367FB65D76}" srcId="{41FF260A-700A-5743-B647-F6B84C7A1F81}" destId="{DDD23E67-7BFE-414B-AAEE-B7127CB3B039}" srcOrd="4" destOrd="0" parTransId="{3780F66B-FA46-7E4D-BA4A-97E7EE41769B}" sibTransId="{937976BD-7C5E-6743-AE70-8B7BB4C7203D}"/>
    <dgm:cxn modelId="{F3609E05-EAEF-A449-AE40-7A1051A58547}" type="presOf" srcId="{DDD23E67-7BFE-414B-AAEE-B7127CB3B039}" destId="{0455A099-4A34-A841-9087-53AD32288461}" srcOrd="0" destOrd="0" presId="urn:microsoft.com/office/officeart/2005/8/layout/vList2"/>
    <dgm:cxn modelId="{EB3F4808-2975-6D44-809C-C79069DA427B}" srcId="{370F0672-CF52-AE4A-92F2-BDB36F00E7BB}" destId="{8E38779A-DFE4-7947-98CB-F667147E46EB}" srcOrd="0" destOrd="0" parTransId="{CC897C8E-9834-C947-94EF-F5E0285E8F98}" sibTransId="{97BEE976-A776-764D-ACB4-A9E0EEF10A02}"/>
    <dgm:cxn modelId="{803C0D35-8C0E-F64B-9C87-84B237C91751}" srcId="{41FF260A-700A-5743-B647-F6B84C7A1F81}" destId="{EE13B7BD-6BFA-B641-A0C9-0794E6E620BB}" srcOrd="1" destOrd="0" parTransId="{10FD5CE1-AD98-7A43-9696-8E1A2CDFC007}" sibTransId="{BB918BDE-0D34-4A40-AAA3-66C7B549B769}"/>
    <dgm:cxn modelId="{1CC02B38-DC9F-1342-8611-ABA8780B15DE}" type="presOf" srcId="{370F0672-CF52-AE4A-92F2-BDB36F00E7BB}" destId="{83B30D9E-51E5-BA4E-B2AF-349D4D778719}" srcOrd="0" destOrd="0" presId="urn:microsoft.com/office/officeart/2005/8/layout/vList2"/>
    <dgm:cxn modelId="{78FEDC43-A934-E94E-96C1-7806CACBBC41}" type="presOf" srcId="{9BA64C22-F19C-0841-A87F-E3E3C5BD9914}" destId="{43BA6394-219A-A147-9AD7-1736CC3BA608}" srcOrd="0" destOrd="0" presId="urn:microsoft.com/office/officeart/2005/8/layout/vList2"/>
    <dgm:cxn modelId="{83B5E844-0D3E-E54C-AD3A-522ECD32918A}" type="presOf" srcId="{3ABDD74C-A81E-6448-BFC2-5226BC280871}" destId="{FAECFD41-9EFF-0F42-8C66-C7F74608398D}" srcOrd="0" destOrd="0" presId="urn:microsoft.com/office/officeart/2005/8/layout/vList2"/>
    <dgm:cxn modelId="{2C92F544-486A-334C-BCCE-1477A408EAA0}" type="presOf" srcId="{8E38779A-DFE4-7947-98CB-F667147E46EB}" destId="{A6FB322C-1F06-124B-8733-DE184DFA178E}" srcOrd="0" destOrd="0" presId="urn:microsoft.com/office/officeart/2005/8/layout/vList2"/>
    <dgm:cxn modelId="{E4291460-9705-714B-973B-E60DD47741A8}" srcId="{41FF260A-700A-5743-B647-F6B84C7A1F81}" destId="{370F0672-CF52-AE4A-92F2-BDB36F00E7BB}" srcOrd="5" destOrd="0" parTransId="{8B671ED6-9038-2A4B-BB46-3F531A1099C8}" sibTransId="{BE4DA91E-CB75-D948-9674-A87319AF9C27}"/>
    <dgm:cxn modelId="{04A34360-D6EA-6949-8676-22B307EE9141}" type="presOf" srcId="{98BE937C-ACCD-9A47-BFD8-32AE4221483D}" destId="{B0C9FF13-41C5-374F-8139-B81F3E9F0C6B}" srcOrd="0" destOrd="0" presId="urn:microsoft.com/office/officeart/2005/8/layout/vList2"/>
    <dgm:cxn modelId="{A348196E-C8B5-8E4D-B7CF-08F96524B5F2}" type="presOf" srcId="{41FF260A-700A-5743-B647-F6B84C7A1F81}" destId="{2EF0EFAB-BD0D-1F47-9521-8328C01155E5}" srcOrd="0" destOrd="0" presId="urn:microsoft.com/office/officeart/2005/8/layout/vList2"/>
    <dgm:cxn modelId="{B310B773-7912-6340-8AD8-67C850B40944}" srcId="{41FF260A-700A-5743-B647-F6B84C7A1F81}" destId="{98BE937C-ACCD-9A47-BFD8-32AE4221483D}" srcOrd="3" destOrd="0" parTransId="{32EA5585-B896-394C-A0B9-E86437D07E7E}" sibTransId="{B7948B7C-3700-6244-9516-AEB272C15A05}"/>
    <dgm:cxn modelId="{2E5B578B-2408-9E47-BD90-6C8C559B372E}" srcId="{41FF260A-700A-5743-B647-F6B84C7A1F81}" destId="{3ABDD74C-A81E-6448-BFC2-5226BC280871}" srcOrd="2" destOrd="0" parTransId="{D48A3166-52D8-3C4B-9019-4F20A14F2257}" sibTransId="{146CC61B-F69B-0141-A1CD-2AD6E23D2096}"/>
    <dgm:cxn modelId="{D4CE2AB4-92A3-894E-9A79-9DA53180E57D}" type="presOf" srcId="{EE13B7BD-6BFA-B641-A0C9-0794E6E620BB}" destId="{F7E3298F-CB84-C749-AC40-374F01398E58}" srcOrd="0" destOrd="0" presId="urn:microsoft.com/office/officeart/2005/8/layout/vList2"/>
    <dgm:cxn modelId="{7723BBF1-BF2B-C74D-B0BD-5D82005972AE}" srcId="{41FF260A-700A-5743-B647-F6B84C7A1F81}" destId="{9BA64C22-F19C-0841-A87F-E3E3C5BD9914}" srcOrd="0" destOrd="0" parTransId="{85C43D2A-D9B2-2040-92CC-8CE578022C9C}" sibTransId="{CD553AD3-7A30-CC41-BB78-37D5E808FEB5}"/>
    <dgm:cxn modelId="{192D3CD8-8E60-3F4E-8C03-FFCEBF0BAFE7}" type="presParOf" srcId="{2EF0EFAB-BD0D-1F47-9521-8328C01155E5}" destId="{43BA6394-219A-A147-9AD7-1736CC3BA608}" srcOrd="0" destOrd="0" presId="urn:microsoft.com/office/officeart/2005/8/layout/vList2"/>
    <dgm:cxn modelId="{A2BE1FDF-FFB3-C349-903C-D77987C2FD79}" type="presParOf" srcId="{2EF0EFAB-BD0D-1F47-9521-8328C01155E5}" destId="{9F768A8F-335C-224F-B58A-E92A35794910}" srcOrd="1" destOrd="0" presId="urn:microsoft.com/office/officeart/2005/8/layout/vList2"/>
    <dgm:cxn modelId="{60E3B19D-777A-6046-B21B-BAF4EF83F416}" type="presParOf" srcId="{2EF0EFAB-BD0D-1F47-9521-8328C01155E5}" destId="{F7E3298F-CB84-C749-AC40-374F01398E58}" srcOrd="2" destOrd="0" presId="urn:microsoft.com/office/officeart/2005/8/layout/vList2"/>
    <dgm:cxn modelId="{4221B736-1B01-DB42-8A59-C38EEF988387}" type="presParOf" srcId="{2EF0EFAB-BD0D-1F47-9521-8328C01155E5}" destId="{86D56FB8-B214-264B-8743-3453F17FBC86}" srcOrd="3" destOrd="0" presId="urn:microsoft.com/office/officeart/2005/8/layout/vList2"/>
    <dgm:cxn modelId="{9F4D5ECE-C7B2-E842-950D-92BE0EB20230}" type="presParOf" srcId="{2EF0EFAB-BD0D-1F47-9521-8328C01155E5}" destId="{FAECFD41-9EFF-0F42-8C66-C7F74608398D}" srcOrd="4" destOrd="0" presId="urn:microsoft.com/office/officeart/2005/8/layout/vList2"/>
    <dgm:cxn modelId="{2C362653-2F9D-E641-B481-66C40DC34F7A}" type="presParOf" srcId="{2EF0EFAB-BD0D-1F47-9521-8328C01155E5}" destId="{FEEA74F6-8B3C-0840-BED6-05B3CABF4A4B}" srcOrd="5" destOrd="0" presId="urn:microsoft.com/office/officeart/2005/8/layout/vList2"/>
    <dgm:cxn modelId="{E350578C-DB4E-2241-B733-D3891233009D}" type="presParOf" srcId="{2EF0EFAB-BD0D-1F47-9521-8328C01155E5}" destId="{B0C9FF13-41C5-374F-8139-B81F3E9F0C6B}" srcOrd="6" destOrd="0" presId="urn:microsoft.com/office/officeart/2005/8/layout/vList2"/>
    <dgm:cxn modelId="{31973E3A-3B7F-5B47-B11C-99BE168DCEB9}" type="presParOf" srcId="{2EF0EFAB-BD0D-1F47-9521-8328C01155E5}" destId="{E4356867-8907-F74B-AD31-E5760390AA2C}" srcOrd="7" destOrd="0" presId="urn:microsoft.com/office/officeart/2005/8/layout/vList2"/>
    <dgm:cxn modelId="{935A6CEC-7888-6D4D-868D-C0A9BB432665}" type="presParOf" srcId="{2EF0EFAB-BD0D-1F47-9521-8328C01155E5}" destId="{0455A099-4A34-A841-9087-53AD32288461}" srcOrd="8" destOrd="0" presId="urn:microsoft.com/office/officeart/2005/8/layout/vList2"/>
    <dgm:cxn modelId="{FE048BF4-26E5-9E4F-9EC5-C94F49678717}" type="presParOf" srcId="{2EF0EFAB-BD0D-1F47-9521-8328C01155E5}" destId="{85878E53-982A-C541-8D7C-E0917602E990}" srcOrd="9" destOrd="0" presId="urn:microsoft.com/office/officeart/2005/8/layout/vList2"/>
    <dgm:cxn modelId="{31C86BB0-8216-ED4F-8C97-3AC23211B935}" type="presParOf" srcId="{2EF0EFAB-BD0D-1F47-9521-8328C01155E5}" destId="{83B30D9E-51E5-BA4E-B2AF-349D4D778719}" srcOrd="10" destOrd="0" presId="urn:microsoft.com/office/officeart/2005/8/layout/vList2"/>
    <dgm:cxn modelId="{BFE008DC-0192-EF43-9568-980BD3491677}" type="presParOf" srcId="{2EF0EFAB-BD0D-1F47-9521-8328C01155E5}" destId="{A6FB322C-1F06-124B-8733-DE184DFA178E}" srcOrd="1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FBA9AB-5FD0-6B49-9EA8-E325E87043F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388F947-8931-8443-91D8-7988A571F9DF}">
      <dgm:prSet/>
      <dgm:spPr/>
      <dgm:t>
        <a:bodyPr/>
        <a:lstStyle/>
        <a:p>
          <a:r>
            <a:rPr lang="en-US" b="1" i="0"/>
            <a:t>Data dictionary:</a:t>
          </a:r>
          <a:endParaRPr lang="en-US"/>
        </a:p>
      </dgm:t>
    </dgm:pt>
    <dgm:pt modelId="{3B0DEF52-E1BA-1949-B7D7-7AC5B7012241}" type="parTrans" cxnId="{B11661D6-9D4F-0940-A698-3CEC61390449}">
      <dgm:prSet/>
      <dgm:spPr/>
      <dgm:t>
        <a:bodyPr/>
        <a:lstStyle/>
        <a:p>
          <a:endParaRPr lang="en-US"/>
        </a:p>
      </dgm:t>
    </dgm:pt>
    <dgm:pt modelId="{39B18D7D-7A59-8F4C-9803-E84F3B14C1AD}" type="sibTrans" cxnId="{B11661D6-9D4F-0940-A698-3CEC61390449}">
      <dgm:prSet/>
      <dgm:spPr/>
      <dgm:t>
        <a:bodyPr/>
        <a:lstStyle/>
        <a:p>
          <a:endParaRPr lang="en-US"/>
        </a:p>
      </dgm:t>
    </dgm:pt>
    <dgm:pt modelId="{95BBB5FA-C1C4-BB47-A12A-B92AE8D96DBE}">
      <dgm:prSet/>
      <dgm:spPr/>
      <dgm:t>
        <a:bodyPr/>
        <a:lstStyle/>
        <a:p>
          <a:r>
            <a:rPr lang="en-US" b="0" i="0"/>
            <a:t>Id: Integer - Unique identifier for the review.</a:t>
          </a:r>
          <a:endParaRPr lang="en-US"/>
        </a:p>
      </dgm:t>
    </dgm:pt>
    <dgm:pt modelId="{1AA8E884-BAD8-4B4C-A2D3-3752B87898DB}" type="parTrans" cxnId="{CAEFC724-A627-2249-96BD-2C12B316B68F}">
      <dgm:prSet/>
      <dgm:spPr/>
      <dgm:t>
        <a:bodyPr/>
        <a:lstStyle/>
        <a:p>
          <a:endParaRPr lang="en-US"/>
        </a:p>
      </dgm:t>
    </dgm:pt>
    <dgm:pt modelId="{E23D0B57-2B20-134C-B1F2-4FAC1D4C4735}" type="sibTrans" cxnId="{CAEFC724-A627-2249-96BD-2C12B316B68F}">
      <dgm:prSet/>
      <dgm:spPr/>
      <dgm:t>
        <a:bodyPr/>
        <a:lstStyle/>
        <a:p>
          <a:endParaRPr lang="en-US"/>
        </a:p>
      </dgm:t>
    </dgm:pt>
    <dgm:pt modelId="{BF30B8B4-E8EC-1C41-9103-243F92BFBB0D}">
      <dgm:prSet/>
      <dgm:spPr/>
      <dgm:t>
        <a:bodyPr/>
        <a:lstStyle/>
        <a:p>
          <a:r>
            <a:rPr lang="en-US" b="0" i="0"/>
            <a:t>ProductId: String - Unique identifier for the product.</a:t>
          </a:r>
          <a:endParaRPr lang="en-US"/>
        </a:p>
      </dgm:t>
    </dgm:pt>
    <dgm:pt modelId="{3AEFB341-E525-2C49-AE34-381D3CC03B04}" type="parTrans" cxnId="{0E3D6CDC-EEB4-824B-ADAB-046271605C21}">
      <dgm:prSet/>
      <dgm:spPr/>
      <dgm:t>
        <a:bodyPr/>
        <a:lstStyle/>
        <a:p>
          <a:endParaRPr lang="en-US"/>
        </a:p>
      </dgm:t>
    </dgm:pt>
    <dgm:pt modelId="{F8E3FC10-C30E-EE4D-9444-16DD820929C2}" type="sibTrans" cxnId="{0E3D6CDC-EEB4-824B-ADAB-046271605C21}">
      <dgm:prSet/>
      <dgm:spPr/>
      <dgm:t>
        <a:bodyPr/>
        <a:lstStyle/>
        <a:p>
          <a:endParaRPr lang="en-US"/>
        </a:p>
      </dgm:t>
    </dgm:pt>
    <dgm:pt modelId="{EFC8F7F9-0C11-6241-8234-1F2A41D7772F}">
      <dgm:prSet/>
      <dgm:spPr/>
      <dgm:t>
        <a:bodyPr/>
        <a:lstStyle/>
        <a:p>
          <a:r>
            <a:rPr lang="en-US" b="0" i="0"/>
            <a:t>UserId: String - Unique identifier for the user.</a:t>
          </a:r>
          <a:endParaRPr lang="en-US"/>
        </a:p>
      </dgm:t>
    </dgm:pt>
    <dgm:pt modelId="{A267782F-6307-C849-A818-27364D1307B5}" type="parTrans" cxnId="{54A3208B-EB1E-ED4B-8716-DE422D1201F2}">
      <dgm:prSet/>
      <dgm:spPr/>
      <dgm:t>
        <a:bodyPr/>
        <a:lstStyle/>
        <a:p>
          <a:endParaRPr lang="en-US"/>
        </a:p>
      </dgm:t>
    </dgm:pt>
    <dgm:pt modelId="{7113FF80-D264-6449-9154-BA12D20A9004}" type="sibTrans" cxnId="{54A3208B-EB1E-ED4B-8716-DE422D1201F2}">
      <dgm:prSet/>
      <dgm:spPr/>
      <dgm:t>
        <a:bodyPr/>
        <a:lstStyle/>
        <a:p>
          <a:endParaRPr lang="en-US"/>
        </a:p>
      </dgm:t>
    </dgm:pt>
    <dgm:pt modelId="{284BB187-8982-D844-A4B4-A38F716FDFE9}">
      <dgm:prSet/>
      <dgm:spPr/>
      <dgm:t>
        <a:bodyPr/>
        <a:lstStyle/>
        <a:p>
          <a:r>
            <a:rPr lang="en-US" b="0" i="0"/>
            <a:t>ProfileName: String - Name of the user.</a:t>
          </a:r>
          <a:endParaRPr lang="en-US"/>
        </a:p>
      </dgm:t>
    </dgm:pt>
    <dgm:pt modelId="{A77ED357-E28C-CD49-B898-B8794EE668DE}" type="parTrans" cxnId="{FF24562A-1B55-F84B-889C-0B3D963627D7}">
      <dgm:prSet/>
      <dgm:spPr/>
      <dgm:t>
        <a:bodyPr/>
        <a:lstStyle/>
        <a:p>
          <a:endParaRPr lang="en-US"/>
        </a:p>
      </dgm:t>
    </dgm:pt>
    <dgm:pt modelId="{68900468-21CB-9A4A-9D32-F172736F185A}" type="sibTrans" cxnId="{FF24562A-1B55-F84B-889C-0B3D963627D7}">
      <dgm:prSet/>
      <dgm:spPr/>
      <dgm:t>
        <a:bodyPr/>
        <a:lstStyle/>
        <a:p>
          <a:endParaRPr lang="en-US"/>
        </a:p>
      </dgm:t>
    </dgm:pt>
    <dgm:pt modelId="{1BB1A61E-011A-5041-8B72-D74E141477DF}">
      <dgm:prSet/>
      <dgm:spPr/>
      <dgm:t>
        <a:bodyPr/>
        <a:lstStyle/>
        <a:p>
          <a:r>
            <a:rPr lang="en-US" b="0" i="0"/>
            <a:t>HelpfulnessNumerator: Integer - Number of users who found the review helpful.</a:t>
          </a:r>
          <a:endParaRPr lang="en-US"/>
        </a:p>
      </dgm:t>
    </dgm:pt>
    <dgm:pt modelId="{D3B86BE5-6894-2A4D-B46F-6BB2919D0A0D}" type="parTrans" cxnId="{D63EA742-D941-334E-89C3-0D8E50EFC25C}">
      <dgm:prSet/>
      <dgm:spPr/>
      <dgm:t>
        <a:bodyPr/>
        <a:lstStyle/>
        <a:p>
          <a:endParaRPr lang="en-US"/>
        </a:p>
      </dgm:t>
    </dgm:pt>
    <dgm:pt modelId="{16798BE6-24E6-4544-8EFB-E64948C622CC}" type="sibTrans" cxnId="{D63EA742-D941-334E-89C3-0D8E50EFC25C}">
      <dgm:prSet/>
      <dgm:spPr/>
      <dgm:t>
        <a:bodyPr/>
        <a:lstStyle/>
        <a:p>
          <a:endParaRPr lang="en-US"/>
        </a:p>
      </dgm:t>
    </dgm:pt>
    <dgm:pt modelId="{70F2A468-67E9-D841-86FB-DF0F0B4EAB1E}">
      <dgm:prSet/>
      <dgm:spPr/>
      <dgm:t>
        <a:bodyPr/>
        <a:lstStyle/>
        <a:p>
          <a:r>
            <a:rPr lang="en-US" b="0" i="0"/>
            <a:t>HelpfulnessDenominator: Integer - Number of users who indicated whether they found the review helpful or not.</a:t>
          </a:r>
          <a:endParaRPr lang="en-US"/>
        </a:p>
      </dgm:t>
    </dgm:pt>
    <dgm:pt modelId="{4AC699BB-C154-5B4F-AD6F-E6BE65D06797}" type="parTrans" cxnId="{0B824FD1-E2DF-FD42-BCD7-EDE35EF18DB2}">
      <dgm:prSet/>
      <dgm:spPr/>
      <dgm:t>
        <a:bodyPr/>
        <a:lstStyle/>
        <a:p>
          <a:endParaRPr lang="en-US"/>
        </a:p>
      </dgm:t>
    </dgm:pt>
    <dgm:pt modelId="{4353CA9D-FC9B-4143-AC3A-8AAAD0766632}" type="sibTrans" cxnId="{0B824FD1-E2DF-FD42-BCD7-EDE35EF18DB2}">
      <dgm:prSet/>
      <dgm:spPr/>
      <dgm:t>
        <a:bodyPr/>
        <a:lstStyle/>
        <a:p>
          <a:endParaRPr lang="en-US"/>
        </a:p>
      </dgm:t>
    </dgm:pt>
    <dgm:pt modelId="{09EBA8F0-B5D3-3E4A-8410-70457DB84C67}">
      <dgm:prSet/>
      <dgm:spPr/>
      <dgm:t>
        <a:bodyPr/>
        <a:lstStyle/>
        <a:p>
          <a:r>
            <a:rPr lang="en-US" b="0" i="0"/>
            <a:t>Score: Integer - Rating between 1 and 5.</a:t>
          </a:r>
          <a:endParaRPr lang="en-US"/>
        </a:p>
      </dgm:t>
    </dgm:pt>
    <dgm:pt modelId="{CED2699D-EAFC-E949-BB5C-935B288050FD}" type="parTrans" cxnId="{BB632179-5A01-2845-AA64-624BC76E348F}">
      <dgm:prSet/>
      <dgm:spPr/>
      <dgm:t>
        <a:bodyPr/>
        <a:lstStyle/>
        <a:p>
          <a:endParaRPr lang="en-US"/>
        </a:p>
      </dgm:t>
    </dgm:pt>
    <dgm:pt modelId="{D718A92B-05FB-994D-964D-EC16BA11E73F}" type="sibTrans" cxnId="{BB632179-5A01-2845-AA64-624BC76E348F}">
      <dgm:prSet/>
      <dgm:spPr/>
      <dgm:t>
        <a:bodyPr/>
        <a:lstStyle/>
        <a:p>
          <a:endParaRPr lang="en-US"/>
        </a:p>
      </dgm:t>
    </dgm:pt>
    <dgm:pt modelId="{EE7E9FC8-FB0C-A54E-B91E-0003F60757A0}">
      <dgm:prSet/>
      <dgm:spPr/>
      <dgm:t>
        <a:bodyPr/>
        <a:lstStyle/>
        <a:p>
          <a:r>
            <a:rPr lang="en-US" b="0" i="0" dirty="0"/>
            <a:t>Time: Integer - Timestamp for the review.</a:t>
          </a:r>
          <a:endParaRPr lang="en-US" dirty="0"/>
        </a:p>
      </dgm:t>
    </dgm:pt>
    <dgm:pt modelId="{597A3C03-00BE-E14E-84B7-677366557C36}" type="parTrans" cxnId="{0DA37758-3517-C64D-95A8-74DB24F61EAF}">
      <dgm:prSet/>
      <dgm:spPr/>
      <dgm:t>
        <a:bodyPr/>
        <a:lstStyle/>
        <a:p>
          <a:endParaRPr lang="en-US"/>
        </a:p>
      </dgm:t>
    </dgm:pt>
    <dgm:pt modelId="{CA44560C-730F-4647-8BF1-972DB3D96065}" type="sibTrans" cxnId="{0DA37758-3517-C64D-95A8-74DB24F61EAF}">
      <dgm:prSet/>
      <dgm:spPr/>
      <dgm:t>
        <a:bodyPr/>
        <a:lstStyle/>
        <a:p>
          <a:endParaRPr lang="en-US"/>
        </a:p>
      </dgm:t>
    </dgm:pt>
    <dgm:pt modelId="{DB8B327F-95F4-8949-9952-45F6ADC63674}">
      <dgm:prSet/>
      <dgm:spPr/>
      <dgm:t>
        <a:bodyPr/>
        <a:lstStyle/>
        <a:p>
          <a:r>
            <a:rPr lang="en-US" b="0" i="0"/>
            <a:t>Summary: String - Brief summary of the review.</a:t>
          </a:r>
          <a:endParaRPr lang="en-US"/>
        </a:p>
      </dgm:t>
    </dgm:pt>
    <dgm:pt modelId="{1E860064-142B-1146-9229-7F809930E42A}" type="parTrans" cxnId="{D86106DE-4E74-B946-84A9-95D2B87A4261}">
      <dgm:prSet/>
      <dgm:spPr/>
      <dgm:t>
        <a:bodyPr/>
        <a:lstStyle/>
        <a:p>
          <a:endParaRPr lang="en-US"/>
        </a:p>
      </dgm:t>
    </dgm:pt>
    <dgm:pt modelId="{D1904CD0-7366-424A-8FAE-432518AF6616}" type="sibTrans" cxnId="{D86106DE-4E74-B946-84A9-95D2B87A4261}">
      <dgm:prSet/>
      <dgm:spPr/>
      <dgm:t>
        <a:bodyPr/>
        <a:lstStyle/>
        <a:p>
          <a:endParaRPr lang="en-US"/>
        </a:p>
      </dgm:t>
    </dgm:pt>
    <dgm:pt modelId="{2D4D7CA4-F242-0C45-BFC0-B7C597D1A3E0}">
      <dgm:prSet/>
      <dgm:spPr/>
      <dgm:t>
        <a:bodyPr/>
        <a:lstStyle/>
        <a:p>
          <a:r>
            <a:rPr lang="en-US" b="0" i="0"/>
            <a:t>Text: String - Text of the review.</a:t>
          </a:r>
          <a:endParaRPr lang="en-US"/>
        </a:p>
      </dgm:t>
    </dgm:pt>
    <dgm:pt modelId="{814AF867-5F2C-8646-B7C3-AC78C12DD0F2}" type="parTrans" cxnId="{F21D570D-ABF5-0B41-816E-D54C40F8FB7E}">
      <dgm:prSet/>
      <dgm:spPr/>
      <dgm:t>
        <a:bodyPr/>
        <a:lstStyle/>
        <a:p>
          <a:endParaRPr lang="en-US"/>
        </a:p>
      </dgm:t>
    </dgm:pt>
    <dgm:pt modelId="{AA19C0BD-7465-FA4B-8F45-E2A98D00C6D1}" type="sibTrans" cxnId="{F21D570D-ABF5-0B41-816E-D54C40F8FB7E}">
      <dgm:prSet/>
      <dgm:spPr/>
      <dgm:t>
        <a:bodyPr/>
        <a:lstStyle/>
        <a:p>
          <a:endParaRPr lang="en-US"/>
        </a:p>
      </dgm:t>
    </dgm:pt>
    <dgm:pt modelId="{2936FC5D-7860-314B-9454-86C6120795EB}" type="pres">
      <dgm:prSet presAssocID="{B6FBA9AB-5FD0-6B49-9EA8-E325E87043F8}" presName="linear" presStyleCnt="0">
        <dgm:presLayoutVars>
          <dgm:animLvl val="lvl"/>
          <dgm:resizeHandles val="exact"/>
        </dgm:presLayoutVars>
      </dgm:prSet>
      <dgm:spPr/>
    </dgm:pt>
    <dgm:pt modelId="{00A3FC95-97CE-AC41-9549-2BB185CD35A4}" type="pres">
      <dgm:prSet presAssocID="{0388F947-8931-8443-91D8-7988A571F9DF}" presName="parentText" presStyleLbl="node1" presStyleIdx="0" presStyleCnt="1">
        <dgm:presLayoutVars>
          <dgm:chMax val="0"/>
          <dgm:bulletEnabled val="1"/>
        </dgm:presLayoutVars>
      </dgm:prSet>
      <dgm:spPr/>
    </dgm:pt>
    <dgm:pt modelId="{D4E3FBC5-B791-BF40-AAFC-78B08A57A116}" type="pres">
      <dgm:prSet presAssocID="{0388F947-8931-8443-91D8-7988A571F9DF}" presName="childText" presStyleLbl="revTx" presStyleIdx="0" presStyleCnt="1">
        <dgm:presLayoutVars>
          <dgm:bulletEnabled val="1"/>
        </dgm:presLayoutVars>
      </dgm:prSet>
      <dgm:spPr/>
    </dgm:pt>
  </dgm:ptLst>
  <dgm:cxnLst>
    <dgm:cxn modelId="{92185501-6103-7A4C-A3EB-317E7FB16BF3}" type="presOf" srcId="{DB8B327F-95F4-8949-9952-45F6ADC63674}" destId="{D4E3FBC5-B791-BF40-AAFC-78B08A57A116}" srcOrd="0" destOrd="8" presId="urn:microsoft.com/office/officeart/2005/8/layout/vList2"/>
    <dgm:cxn modelId="{3F2AF704-849B-D64F-A204-8E6BADE5BA2F}" type="presOf" srcId="{284BB187-8982-D844-A4B4-A38F716FDFE9}" destId="{D4E3FBC5-B791-BF40-AAFC-78B08A57A116}" srcOrd="0" destOrd="3" presId="urn:microsoft.com/office/officeart/2005/8/layout/vList2"/>
    <dgm:cxn modelId="{F21D570D-ABF5-0B41-816E-D54C40F8FB7E}" srcId="{0388F947-8931-8443-91D8-7988A571F9DF}" destId="{2D4D7CA4-F242-0C45-BFC0-B7C597D1A3E0}" srcOrd="9" destOrd="0" parTransId="{814AF867-5F2C-8646-B7C3-AC78C12DD0F2}" sibTransId="{AA19C0BD-7465-FA4B-8F45-E2A98D00C6D1}"/>
    <dgm:cxn modelId="{CAEFC724-A627-2249-96BD-2C12B316B68F}" srcId="{0388F947-8931-8443-91D8-7988A571F9DF}" destId="{95BBB5FA-C1C4-BB47-A12A-B92AE8D96DBE}" srcOrd="0" destOrd="0" parTransId="{1AA8E884-BAD8-4B4C-A2D3-3752B87898DB}" sibTransId="{E23D0B57-2B20-134C-B1F2-4FAC1D4C4735}"/>
    <dgm:cxn modelId="{FF24562A-1B55-F84B-889C-0B3D963627D7}" srcId="{0388F947-8931-8443-91D8-7988A571F9DF}" destId="{284BB187-8982-D844-A4B4-A38F716FDFE9}" srcOrd="3" destOrd="0" parTransId="{A77ED357-E28C-CD49-B898-B8794EE668DE}" sibTransId="{68900468-21CB-9A4A-9D32-F172736F185A}"/>
    <dgm:cxn modelId="{D63EA742-D941-334E-89C3-0D8E50EFC25C}" srcId="{0388F947-8931-8443-91D8-7988A571F9DF}" destId="{1BB1A61E-011A-5041-8B72-D74E141477DF}" srcOrd="4" destOrd="0" parTransId="{D3B86BE5-6894-2A4D-B46F-6BB2919D0A0D}" sibTransId="{16798BE6-24E6-4544-8EFB-E64948C622CC}"/>
    <dgm:cxn modelId="{66743A44-EC83-DE49-89B5-2BA1EA6E4CD3}" type="presOf" srcId="{EE7E9FC8-FB0C-A54E-B91E-0003F60757A0}" destId="{D4E3FBC5-B791-BF40-AAFC-78B08A57A116}" srcOrd="0" destOrd="7" presId="urn:microsoft.com/office/officeart/2005/8/layout/vList2"/>
    <dgm:cxn modelId="{0DA37758-3517-C64D-95A8-74DB24F61EAF}" srcId="{0388F947-8931-8443-91D8-7988A571F9DF}" destId="{EE7E9FC8-FB0C-A54E-B91E-0003F60757A0}" srcOrd="7" destOrd="0" parTransId="{597A3C03-00BE-E14E-84B7-677366557C36}" sibTransId="{CA44560C-730F-4647-8BF1-972DB3D96065}"/>
    <dgm:cxn modelId="{540C415B-DF31-7545-BD47-DF298E74CA7B}" type="presOf" srcId="{B6FBA9AB-5FD0-6B49-9EA8-E325E87043F8}" destId="{2936FC5D-7860-314B-9454-86C6120795EB}" srcOrd="0" destOrd="0" presId="urn:microsoft.com/office/officeart/2005/8/layout/vList2"/>
    <dgm:cxn modelId="{92E0836B-3940-3340-BF71-8FCB4053CDD9}" type="presOf" srcId="{1BB1A61E-011A-5041-8B72-D74E141477DF}" destId="{D4E3FBC5-B791-BF40-AAFC-78B08A57A116}" srcOrd="0" destOrd="4" presId="urn:microsoft.com/office/officeart/2005/8/layout/vList2"/>
    <dgm:cxn modelId="{E617116F-A3E7-D942-B481-D4A030DC9396}" type="presOf" srcId="{2D4D7CA4-F242-0C45-BFC0-B7C597D1A3E0}" destId="{D4E3FBC5-B791-BF40-AAFC-78B08A57A116}" srcOrd="0" destOrd="9" presId="urn:microsoft.com/office/officeart/2005/8/layout/vList2"/>
    <dgm:cxn modelId="{BB632179-5A01-2845-AA64-624BC76E348F}" srcId="{0388F947-8931-8443-91D8-7988A571F9DF}" destId="{09EBA8F0-B5D3-3E4A-8410-70457DB84C67}" srcOrd="6" destOrd="0" parTransId="{CED2699D-EAFC-E949-BB5C-935B288050FD}" sibTransId="{D718A92B-05FB-994D-964D-EC16BA11E73F}"/>
    <dgm:cxn modelId="{54A3208B-EB1E-ED4B-8716-DE422D1201F2}" srcId="{0388F947-8931-8443-91D8-7988A571F9DF}" destId="{EFC8F7F9-0C11-6241-8234-1F2A41D7772F}" srcOrd="2" destOrd="0" parTransId="{A267782F-6307-C849-A818-27364D1307B5}" sibTransId="{7113FF80-D264-6449-9154-BA12D20A9004}"/>
    <dgm:cxn modelId="{F3A73493-C4F7-E146-A207-06A0FE26FD3F}" type="presOf" srcId="{95BBB5FA-C1C4-BB47-A12A-B92AE8D96DBE}" destId="{D4E3FBC5-B791-BF40-AAFC-78B08A57A116}" srcOrd="0" destOrd="0" presId="urn:microsoft.com/office/officeart/2005/8/layout/vList2"/>
    <dgm:cxn modelId="{2C3F42A3-10D4-2F43-8CD4-FBFD597B824E}" type="presOf" srcId="{EFC8F7F9-0C11-6241-8234-1F2A41D7772F}" destId="{D4E3FBC5-B791-BF40-AAFC-78B08A57A116}" srcOrd="0" destOrd="2" presId="urn:microsoft.com/office/officeart/2005/8/layout/vList2"/>
    <dgm:cxn modelId="{06EAD7A9-A6D2-714B-9FDB-B66FB5205EA7}" type="presOf" srcId="{70F2A468-67E9-D841-86FB-DF0F0B4EAB1E}" destId="{D4E3FBC5-B791-BF40-AAFC-78B08A57A116}" srcOrd="0" destOrd="5" presId="urn:microsoft.com/office/officeart/2005/8/layout/vList2"/>
    <dgm:cxn modelId="{9F37B5B3-6A12-3144-9263-B76216093EDA}" type="presOf" srcId="{09EBA8F0-B5D3-3E4A-8410-70457DB84C67}" destId="{D4E3FBC5-B791-BF40-AAFC-78B08A57A116}" srcOrd="0" destOrd="6" presId="urn:microsoft.com/office/officeart/2005/8/layout/vList2"/>
    <dgm:cxn modelId="{FE70C4CD-1094-A041-ABB1-5D468E198592}" type="presOf" srcId="{BF30B8B4-E8EC-1C41-9103-243F92BFBB0D}" destId="{D4E3FBC5-B791-BF40-AAFC-78B08A57A116}" srcOrd="0" destOrd="1" presId="urn:microsoft.com/office/officeart/2005/8/layout/vList2"/>
    <dgm:cxn modelId="{0B824FD1-E2DF-FD42-BCD7-EDE35EF18DB2}" srcId="{0388F947-8931-8443-91D8-7988A571F9DF}" destId="{70F2A468-67E9-D841-86FB-DF0F0B4EAB1E}" srcOrd="5" destOrd="0" parTransId="{4AC699BB-C154-5B4F-AD6F-E6BE65D06797}" sibTransId="{4353CA9D-FC9B-4143-AC3A-8AAAD0766632}"/>
    <dgm:cxn modelId="{B11661D6-9D4F-0940-A698-3CEC61390449}" srcId="{B6FBA9AB-5FD0-6B49-9EA8-E325E87043F8}" destId="{0388F947-8931-8443-91D8-7988A571F9DF}" srcOrd="0" destOrd="0" parTransId="{3B0DEF52-E1BA-1949-B7D7-7AC5B7012241}" sibTransId="{39B18D7D-7A59-8F4C-9803-E84F3B14C1AD}"/>
    <dgm:cxn modelId="{0E3D6CDC-EEB4-824B-ADAB-046271605C21}" srcId="{0388F947-8931-8443-91D8-7988A571F9DF}" destId="{BF30B8B4-E8EC-1C41-9103-243F92BFBB0D}" srcOrd="1" destOrd="0" parTransId="{3AEFB341-E525-2C49-AE34-381D3CC03B04}" sibTransId="{F8E3FC10-C30E-EE4D-9444-16DD820929C2}"/>
    <dgm:cxn modelId="{D86106DE-4E74-B946-84A9-95D2B87A4261}" srcId="{0388F947-8931-8443-91D8-7988A571F9DF}" destId="{DB8B327F-95F4-8949-9952-45F6ADC63674}" srcOrd="8" destOrd="0" parTransId="{1E860064-142B-1146-9229-7F809930E42A}" sibTransId="{D1904CD0-7366-424A-8FAE-432518AF6616}"/>
    <dgm:cxn modelId="{701B69EB-448A-EF46-9579-5806CFD7F789}" type="presOf" srcId="{0388F947-8931-8443-91D8-7988A571F9DF}" destId="{00A3FC95-97CE-AC41-9549-2BB185CD35A4}" srcOrd="0" destOrd="0" presId="urn:microsoft.com/office/officeart/2005/8/layout/vList2"/>
    <dgm:cxn modelId="{1FBCCC1D-2F04-D04B-8FC3-DC233576638A}" type="presParOf" srcId="{2936FC5D-7860-314B-9454-86C6120795EB}" destId="{00A3FC95-97CE-AC41-9549-2BB185CD35A4}" srcOrd="0" destOrd="0" presId="urn:microsoft.com/office/officeart/2005/8/layout/vList2"/>
    <dgm:cxn modelId="{13A9E130-5037-2843-85B3-B0766B091617}" type="presParOf" srcId="{2936FC5D-7860-314B-9454-86C6120795EB}" destId="{D4E3FBC5-B791-BF40-AAFC-78B08A57A116}" srcOrd="1"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77B5FBF-53DF-EC44-B7C8-205F659A297D}"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en-US"/>
        </a:p>
      </dgm:t>
    </dgm:pt>
    <dgm:pt modelId="{79E322EE-B386-F940-9C6D-EDF8231B7C1A}">
      <dgm:prSet/>
      <dgm:spPr/>
      <dgm:t>
        <a:bodyPr/>
        <a:lstStyle/>
        <a:p>
          <a:r>
            <a:rPr lang="en-US"/>
            <a:t>Converting Score column to “Positive” or ”Negative”.</a:t>
          </a:r>
        </a:p>
      </dgm:t>
    </dgm:pt>
    <dgm:pt modelId="{C49554EF-EDCB-F644-85B5-6A951FB7C45A}" type="parTrans" cxnId="{6C0B7B9F-F271-B846-A6D5-8397DB805570}">
      <dgm:prSet/>
      <dgm:spPr/>
      <dgm:t>
        <a:bodyPr/>
        <a:lstStyle/>
        <a:p>
          <a:endParaRPr lang="en-US"/>
        </a:p>
      </dgm:t>
    </dgm:pt>
    <dgm:pt modelId="{DF3C7903-56AA-A24A-B44D-921C4B038801}" type="sibTrans" cxnId="{6C0B7B9F-F271-B846-A6D5-8397DB805570}">
      <dgm:prSet/>
      <dgm:spPr/>
      <dgm:t>
        <a:bodyPr/>
        <a:lstStyle/>
        <a:p>
          <a:endParaRPr lang="en-US"/>
        </a:p>
      </dgm:t>
    </dgm:pt>
    <dgm:pt modelId="{16DF5B42-C54E-4E49-92A5-51F849AD3194}">
      <dgm:prSet/>
      <dgm:spPr/>
      <dgm:t>
        <a:bodyPr/>
        <a:lstStyle/>
        <a:p>
          <a:r>
            <a:rPr lang="en-US"/>
            <a:t>Handling Missing values.</a:t>
          </a:r>
        </a:p>
      </dgm:t>
    </dgm:pt>
    <dgm:pt modelId="{DEDBFBDA-86D8-4943-94C3-FE31175A9AC4}" type="parTrans" cxnId="{8BA01CCA-263C-B64B-B464-87F00AC80E72}">
      <dgm:prSet/>
      <dgm:spPr/>
      <dgm:t>
        <a:bodyPr/>
        <a:lstStyle/>
        <a:p>
          <a:endParaRPr lang="en-US"/>
        </a:p>
      </dgm:t>
    </dgm:pt>
    <dgm:pt modelId="{0F744593-588B-B248-927C-63D8B9FE4C8C}" type="sibTrans" cxnId="{8BA01CCA-263C-B64B-B464-87F00AC80E72}">
      <dgm:prSet/>
      <dgm:spPr/>
      <dgm:t>
        <a:bodyPr/>
        <a:lstStyle/>
        <a:p>
          <a:endParaRPr lang="en-US"/>
        </a:p>
      </dgm:t>
    </dgm:pt>
    <dgm:pt modelId="{5E70C6E7-1899-244F-AD88-0120B43F59EB}">
      <dgm:prSet/>
      <dgm:spPr/>
      <dgm:t>
        <a:bodyPr/>
        <a:lstStyle/>
        <a:p>
          <a:r>
            <a:rPr lang="en-US"/>
            <a:t>Unix time stamp conversion.</a:t>
          </a:r>
        </a:p>
      </dgm:t>
    </dgm:pt>
    <dgm:pt modelId="{04E3FBEF-7AE5-1D4E-8F37-8029C4E05CAF}" type="parTrans" cxnId="{B3E9AFC7-F75F-334E-8804-64171756CBCF}">
      <dgm:prSet/>
      <dgm:spPr/>
      <dgm:t>
        <a:bodyPr/>
        <a:lstStyle/>
        <a:p>
          <a:endParaRPr lang="en-US"/>
        </a:p>
      </dgm:t>
    </dgm:pt>
    <dgm:pt modelId="{0246B2A5-F47F-974E-BDA8-1AB3D9B8E03F}" type="sibTrans" cxnId="{B3E9AFC7-F75F-334E-8804-64171756CBCF}">
      <dgm:prSet/>
      <dgm:spPr/>
      <dgm:t>
        <a:bodyPr/>
        <a:lstStyle/>
        <a:p>
          <a:endParaRPr lang="en-US"/>
        </a:p>
      </dgm:t>
    </dgm:pt>
    <dgm:pt modelId="{C14E31B9-9117-374A-BE81-39F5049248DF}">
      <dgm:prSet/>
      <dgm:spPr/>
      <dgm:t>
        <a:bodyPr/>
        <a:lstStyle/>
        <a:p>
          <a:r>
            <a:rPr lang="en-US" dirty="0"/>
            <a:t>Handling Data deduplication.</a:t>
          </a:r>
        </a:p>
      </dgm:t>
    </dgm:pt>
    <dgm:pt modelId="{1A450FBA-8B8C-604A-8476-CC60B8C2C5E6}" type="parTrans" cxnId="{D310584D-D516-D345-8F4E-EA7B7C586A11}">
      <dgm:prSet/>
      <dgm:spPr/>
      <dgm:t>
        <a:bodyPr/>
        <a:lstStyle/>
        <a:p>
          <a:endParaRPr lang="en-US"/>
        </a:p>
      </dgm:t>
    </dgm:pt>
    <dgm:pt modelId="{1C37A44B-20D5-B545-AF9F-675679FF232A}" type="sibTrans" cxnId="{D310584D-D516-D345-8F4E-EA7B7C586A11}">
      <dgm:prSet/>
      <dgm:spPr/>
      <dgm:t>
        <a:bodyPr/>
        <a:lstStyle/>
        <a:p>
          <a:endParaRPr lang="en-US"/>
        </a:p>
      </dgm:t>
    </dgm:pt>
    <dgm:pt modelId="{5BF73108-804F-704C-A098-E4176F12A1EF}">
      <dgm:prSet/>
      <dgm:spPr/>
      <dgm:t>
        <a:bodyPr/>
        <a:lstStyle/>
        <a:p>
          <a:r>
            <a:rPr lang="en-US" dirty="0"/>
            <a:t>Correcting logical errors for ”Helpfulness Denominator/Numerator Column”.</a:t>
          </a:r>
        </a:p>
      </dgm:t>
    </dgm:pt>
    <dgm:pt modelId="{6583AA71-0F24-FC44-B7E8-6A74EA548F9B}" type="parTrans" cxnId="{CCAAE777-B174-3445-9246-ED464DC3DB0D}">
      <dgm:prSet/>
      <dgm:spPr/>
      <dgm:t>
        <a:bodyPr/>
        <a:lstStyle/>
        <a:p>
          <a:endParaRPr lang="en-US"/>
        </a:p>
      </dgm:t>
    </dgm:pt>
    <dgm:pt modelId="{72130BA5-F3B1-D34D-BA8A-DF09EF01C444}" type="sibTrans" cxnId="{CCAAE777-B174-3445-9246-ED464DC3DB0D}">
      <dgm:prSet/>
      <dgm:spPr/>
      <dgm:t>
        <a:bodyPr/>
        <a:lstStyle/>
        <a:p>
          <a:endParaRPr lang="en-US"/>
        </a:p>
      </dgm:t>
    </dgm:pt>
    <dgm:pt modelId="{108FD36B-023E-6D47-85D6-10AB57B0B48E}" type="pres">
      <dgm:prSet presAssocID="{177B5FBF-53DF-EC44-B7C8-205F659A297D}" presName="CompostProcess" presStyleCnt="0">
        <dgm:presLayoutVars>
          <dgm:dir/>
          <dgm:resizeHandles val="exact"/>
        </dgm:presLayoutVars>
      </dgm:prSet>
      <dgm:spPr/>
    </dgm:pt>
    <dgm:pt modelId="{769AB60F-CF66-624C-8CE2-CCC1DD5A9BA1}" type="pres">
      <dgm:prSet presAssocID="{177B5FBF-53DF-EC44-B7C8-205F659A297D}" presName="arrow" presStyleLbl="bgShp" presStyleIdx="0" presStyleCnt="1"/>
      <dgm:spPr/>
    </dgm:pt>
    <dgm:pt modelId="{9A671D7A-7329-E04A-9F55-BB7EAC4B0027}" type="pres">
      <dgm:prSet presAssocID="{177B5FBF-53DF-EC44-B7C8-205F659A297D}" presName="linearProcess" presStyleCnt="0"/>
      <dgm:spPr/>
    </dgm:pt>
    <dgm:pt modelId="{03C0B248-D9BF-6A43-B940-DEF48142CCFF}" type="pres">
      <dgm:prSet presAssocID="{79E322EE-B386-F940-9C6D-EDF8231B7C1A}" presName="textNode" presStyleLbl="node1" presStyleIdx="0" presStyleCnt="5">
        <dgm:presLayoutVars>
          <dgm:bulletEnabled val="1"/>
        </dgm:presLayoutVars>
      </dgm:prSet>
      <dgm:spPr/>
    </dgm:pt>
    <dgm:pt modelId="{51C046D7-4858-C64A-AE59-F22BFE9119F4}" type="pres">
      <dgm:prSet presAssocID="{DF3C7903-56AA-A24A-B44D-921C4B038801}" presName="sibTrans" presStyleCnt="0"/>
      <dgm:spPr/>
    </dgm:pt>
    <dgm:pt modelId="{B7CC5898-CDDC-A24F-939C-FEDD57E3873F}" type="pres">
      <dgm:prSet presAssocID="{16DF5B42-C54E-4E49-92A5-51F849AD3194}" presName="textNode" presStyleLbl="node1" presStyleIdx="1" presStyleCnt="5">
        <dgm:presLayoutVars>
          <dgm:bulletEnabled val="1"/>
        </dgm:presLayoutVars>
      </dgm:prSet>
      <dgm:spPr/>
    </dgm:pt>
    <dgm:pt modelId="{95F43DF8-427B-7241-B20B-0D2D5DF323BB}" type="pres">
      <dgm:prSet presAssocID="{0F744593-588B-B248-927C-63D8B9FE4C8C}" presName="sibTrans" presStyleCnt="0"/>
      <dgm:spPr/>
    </dgm:pt>
    <dgm:pt modelId="{8A828911-D354-A445-922C-D9612FEAF6B7}" type="pres">
      <dgm:prSet presAssocID="{5E70C6E7-1899-244F-AD88-0120B43F59EB}" presName="textNode" presStyleLbl="node1" presStyleIdx="2" presStyleCnt="5">
        <dgm:presLayoutVars>
          <dgm:bulletEnabled val="1"/>
        </dgm:presLayoutVars>
      </dgm:prSet>
      <dgm:spPr/>
    </dgm:pt>
    <dgm:pt modelId="{6E60001A-D8E1-BC42-A5B4-61DCB59809A6}" type="pres">
      <dgm:prSet presAssocID="{0246B2A5-F47F-974E-BDA8-1AB3D9B8E03F}" presName="sibTrans" presStyleCnt="0"/>
      <dgm:spPr/>
    </dgm:pt>
    <dgm:pt modelId="{FF7946B2-BF01-C348-82DC-13F375F143E8}" type="pres">
      <dgm:prSet presAssocID="{C14E31B9-9117-374A-BE81-39F5049248DF}" presName="textNode" presStyleLbl="node1" presStyleIdx="3" presStyleCnt="5" custLinFactX="97682" custLinFactNeighborX="100000" custLinFactNeighborY="5212">
        <dgm:presLayoutVars>
          <dgm:bulletEnabled val="1"/>
        </dgm:presLayoutVars>
      </dgm:prSet>
      <dgm:spPr/>
    </dgm:pt>
    <dgm:pt modelId="{6DBF6A1B-B57E-4740-B7F5-2A30F805F08B}" type="pres">
      <dgm:prSet presAssocID="{1C37A44B-20D5-B545-AF9F-675679FF232A}" presName="sibTrans" presStyleCnt="0"/>
      <dgm:spPr/>
    </dgm:pt>
    <dgm:pt modelId="{C8E7E000-60DD-5742-9A94-214E31E3A321}" type="pres">
      <dgm:prSet presAssocID="{5BF73108-804F-704C-A098-E4176F12A1EF}" presName="textNode" presStyleLbl="node1" presStyleIdx="4" presStyleCnt="5" custLinFactX="-100000" custLinFactNeighborX="-100930" custLinFactNeighborY="3877">
        <dgm:presLayoutVars>
          <dgm:bulletEnabled val="1"/>
        </dgm:presLayoutVars>
      </dgm:prSet>
      <dgm:spPr/>
    </dgm:pt>
  </dgm:ptLst>
  <dgm:cxnLst>
    <dgm:cxn modelId="{D6CD6B04-FC35-7041-8887-A5579C100CA4}" type="presOf" srcId="{79E322EE-B386-F940-9C6D-EDF8231B7C1A}" destId="{03C0B248-D9BF-6A43-B940-DEF48142CCFF}" srcOrd="0" destOrd="0" presId="urn:microsoft.com/office/officeart/2005/8/layout/hProcess9"/>
    <dgm:cxn modelId="{0D327F15-1D0D-7649-9FF6-CA60A0596924}" type="presOf" srcId="{C14E31B9-9117-374A-BE81-39F5049248DF}" destId="{FF7946B2-BF01-C348-82DC-13F375F143E8}" srcOrd="0" destOrd="0" presId="urn:microsoft.com/office/officeart/2005/8/layout/hProcess9"/>
    <dgm:cxn modelId="{8FD4BC25-E578-5F4D-9C8A-41B2EA7CBA08}" type="presOf" srcId="{5BF73108-804F-704C-A098-E4176F12A1EF}" destId="{C8E7E000-60DD-5742-9A94-214E31E3A321}" srcOrd="0" destOrd="0" presId="urn:microsoft.com/office/officeart/2005/8/layout/hProcess9"/>
    <dgm:cxn modelId="{D310584D-D516-D345-8F4E-EA7B7C586A11}" srcId="{177B5FBF-53DF-EC44-B7C8-205F659A297D}" destId="{C14E31B9-9117-374A-BE81-39F5049248DF}" srcOrd="3" destOrd="0" parTransId="{1A450FBA-8B8C-604A-8476-CC60B8C2C5E6}" sibTransId="{1C37A44B-20D5-B545-AF9F-675679FF232A}"/>
    <dgm:cxn modelId="{D209D056-2B3E-4340-9637-B13BA6F93E08}" type="presOf" srcId="{16DF5B42-C54E-4E49-92A5-51F849AD3194}" destId="{B7CC5898-CDDC-A24F-939C-FEDD57E3873F}" srcOrd="0" destOrd="0" presId="urn:microsoft.com/office/officeart/2005/8/layout/hProcess9"/>
    <dgm:cxn modelId="{CCAAE777-B174-3445-9246-ED464DC3DB0D}" srcId="{177B5FBF-53DF-EC44-B7C8-205F659A297D}" destId="{5BF73108-804F-704C-A098-E4176F12A1EF}" srcOrd="4" destOrd="0" parTransId="{6583AA71-0F24-FC44-B7E8-6A74EA548F9B}" sibTransId="{72130BA5-F3B1-D34D-BA8A-DF09EF01C444}"/>
    <dgm:cxn modelId="{6C0B7B9F-F271-B846-A6D5-8397DB805570}" srcId="{177B5FBF-53DF-EC44-B7C8-205F659A297D}" destId="{79E322EE-B386-F940-9C6D-EDF8231B7C1A}" srcOrd="0" destOrd="0" parTransId="{C49554EF-EDCB-F644-85B5-6A951FB7C45A}" sibTransId="{DF3C7903-56AA-A24A-B44D-921C4B038801}"/>
    <dgm:cxn modelId="{B3E9AFC7-F75F-334E-8804-64171756CBCF}" srcId="{177B5FBF-53DF-EC44-B7C8-205F659A297D}" destId="{5E70C6E7-1899-244F-AD88-0120B43F59EB}" srcOrd="2" destOrd="0" parTransId="{04E3FBEF-7AE5-1D4E-8F37-8029C4E05CAF}" sibTransId="{0246B2A5-F47F-974E-BDA8-1AB3D9B8E03F}"/>
    <dgm:cxn modelId="{8BA01CCA-263C-B64B-B464-87F00AC80E72}" srcId="{177B5FBF-53DF-EC44-B7C8-205F659A297D}" destId="{16DF5B42-C54E-4E49-92A5-51F849AD3194}" srcOrd="1" destOrd="0" parTransId="{DEDBFBDA-86D8-4943-94C3-FE31175A9AC4}" sibTransId="{0F744593-588B-B248-927C-63D8B9FE4C8C}"/>
    <dgm:cxn modelId="{0D735EDC-E7BF-1E44-9B33-FA92FC688924}" type="presOf" srcId="{177B5FBF-53DF-EC44-B7C8-205F659A297D}" destId="{108FD36B-023E-6D47-85D6-10AB57B0B48E}" srcOrd="0" destOrd="0" presId="urn:microsoft.com/office/officeart/2005/8/layout/hProcess9"/>
    <dgm:cxn modelId="{E1ED33E3-B46F-4845-8E8C-CAFF31D520A7}" type="presOf" srcId="{5E70C6E7-1899-244F-AD88-0120B43F59EB}" destId="{8A828911-D354-A445-922C-D9612FEAF6B7}" srcOrd="0" destOrd="0" presId="urn:microsoft.com/office/officeart/2005/8/layout/hProcess9"/>
    <dgm:cxn modelId="{4B5792D8-589C-B14D-B288-1265D609FAEB}" type="presParOf" srcId="{108FD36B-023E-6D47-85D6-10AB57B0B48E}" destId="{769AB60F-CF66-624C-8CE2-CCC1DD5A9BA1}" srcOrd="0" destOrd="0" presId="urn:microsoft.com/office/officeart/2005/8/layout/hProcess9"/>
    <dgm:cxn modelId="{A9C62720-7154-6C44-B7E1-BD57014A64A4}" type="presParOf" srcId="{108FD36B-023E-6D47-85D6-10AB57B0B48E}" destId="{9A671D7A-7329-E04A-9F55-BB7EAC4B0027}" srcOrd="1" destOrd="0" presId="urn:microsoft.com/office/officeart/2005/8/layout/hProcess9"/>
    <dgm:cxn modelId="{534048F8-BB17-EE49-8B7A-DC2146BA7AAF}" type="presParOf" srcId="{9A671D7A-7329-E04A-9F55-BB7EAC4B0027}" destId="{03C0B248-D9BF-6A43-B940-DEF48142CCFF}" srcOrd="0" destOrd="0" presId="urn:microsoft.com/office/officeart/2005/8/layout/hProcess9"/>
    <dgm:cxn modelId="{21E2094E-EF49-EC49-A136-28EC4294A052}" type="presParOf" srcId="{9A671D7A-7329-E04A-9F55-BB7EAC4B0027}" destId="{51C046D7-4858-C64A-AE59-F22BFE9119F4}" srcOrd="1" destOrd="0" presId="urn:microsoft.com/office/officeart/2005/8/layout/hProcess9"/>
    <dgm:cxn modelId="{70C91FB7-52C7-674B-A7D0-24F91DFF1F8E}" type="presParOf" srcId="{9A671D7A-7329-E04A-9F55-BB7EAC4B0027}" destId="{B7CC5898-CDDC-A24F-939C-FEDD57E3873F}" srcOrd="2" destOrd="0" presId="urn:microsoft.com/office/officeart/2005/8/layout/hProcess9"/>
    <dgm:cxn modelId="{8099E9D1-C43D-584B-B250-4DAA690D2AA4}" type="presParOf" srcId="{9A671D7A-7329-E04A-9F55-BB7EAC4B0027}" destId="{95F43DF8-427B-7241-B20B-0D2D5DF323BB}" srcOrd="3" destOrd="0" presId="urn:microsoft.com/office/officeart/2005/8/layout/hProcess9"/>
    <dgm:cxn modelId="{2B8594AD-32FF-1E4C-8B5A-FDCC9696484C}" type="presParOf" srcId="{9A671D7A-7329-E04A-9F55-BB7EAC4B0027}" destId="{8A828911-D354-A445-922C-D9612FEAF6B7}" srcOrd="4" destOrd="0" presId="urn:microsoft.com/office/officeart/2005/8/layout/hProcess9"/>
    <dgm:cxn modelId="{9853F162-C6BA-804B-933F-B596B43969CC}" type="presParOf" srcId="{9A671D7A-7329-E04A-9F55-BB7EAC4B0027}" destId="{6E60001A-D8E1-BC42-A5B4-61DCB59809A6}" srcOrd="5" destOrd="0" presId="urn:microsoft.com/office/officeart/2005/8/layout/hProcess9"/>
    <dgm:cxn modelId="{39E4E1FB-942A-A04F-8A92-652EC7A95A00}" type="presParOf" srcId="{9A671D7A-7329-E04A-9F55-BB7EAC4B0027}" destId="{FF7946B2-BF01-C348-82DC-13F375F143E8}" srcOrd="6" destOrd="0" presId="urn:microsoft.com/office/officeart/2005/8/layout/hProcess9"/>
    <dgm:cxn modelId="{4FEB9F3F-89DE-6E47-A531-4D7B24F94C50}" type="presParOf" srcId="{9A671D7A-7329-E04A-9F55-BB7EAC4B0027}" destId="{6DBF6A1B-B57E-4740-B7F5-2A30F805F08B}" srcOrd="7" destOrd="0" presId="urn:microsoft.com/office/officeart/2005/8/layout/hProcess9"/>
    <dgm:cxn modelId="{EA411A35-AED6-E14E-9313-318BA115FE85}" type="presParOf" srcId="{9A671D7A-7329-E04A-9F55-BB7EAC4B0027}" destId="{C8E7E000-60DD-5742-9A94-214E31E3A321}"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4D274CC-5D8B-274F-A7CF-F22088DC56E9}" type="doc">
      <dgm:prSet loTypeId="urn:microsoft.com/office/officeart/2005/8/layout/process2" loCatId="process" qsTypeId="urn:microsoft.com/office/officeart/2005/8/quickstyle/simple1" qsCatId="simple" csTypeId="urn:microsoft.com/office/officeart/2005/8/colors/accent1_2" csCatId="accent1"/>
      <dgm:spPr/>
      <dgm:t>
        <a:bodyPr/>
        <a:lstStyle/>
        <a:p>
          <a:endParaRPr lang="en-US"/>
        </a:p>
      </dgm:t>
    </dgm:pt>
    <dgm:pt modelId="{94BA3967-2A6C-BA41-80C5-AF9D8F6A293B}">
      <dgm:prSet/>
      <dgm:spPr/>
      <dgm:t>
        <a:bodyPr/>
        <a:lstStyle/>
        <a:p>
          <a:r>
            <a:rPr lang="en-US"/>
            <a:t>Converting to Lowercase</a:t>
          </a:r>
        </a:p>
      </dgm:t>
    </dgm:pt>
    <dgm:pt modelId="{0D354764-EE26-3647-BF93-182B31FF9E77}" type="parTrans" cxnId="{612A6698-8735-2F42-8240-40F8B713F256}">
      <dgm:prSet/>
      <dgm:spPr/>
      <dgm:t>
        <a:bodyPr/>
        <a:lstStyle/>
        <a:p>
          <a:endParaRPr lang="en-US"/>
        </a:p>
      </dgm:t>
    </dgm:pt>
    <dgm:pt modelId="{46F278F9-DAD0-BB4B-9C46-7DBC1BE03571}" type="sibTrans" cxnId="{612A6698-8735-2F42-8240-40F8B713F256}">
      <dgm:prSet/>
      <dgm:spPr/>
      <dgm:t>
        <a:bodyPr/>
        <a:lstStyle/>
        <a:p>
          <a:endParaRPr lang="en-US"/>
        </a:p>
      </dgm:t>
    </dgm:pt>
    <dgm:pt modelId="{81FCE449-CF79-9348-B4AE-DFE0220A3355}">
      <dgm:prSet/>
      <dgm:spPr/>
      <dgm:t>
        <a:bodyPr/>
        <a:lstStyle/>
        <a:p>
          <a:r>
            <a:rPr lang="en-US"/>
            <a:t>Removing Punctuation</a:t>
          </a:r>
        </a:p>
      </dgm:t>
    </dgm:pt>
    <dgm:pt modelId="{4E0A95C7-1A27-5240-A7EC-2D9C0FA0083E}" type="parTrans" cxnId="{1105B18D-6597-C041-8622-C85156BB6040}">
      <dgm:prSet/>
      <dgm:spPr/>
      <dgm:t>
        <a:bodyPr/>
        <a:lstStyle/>
        <a:p>
          <a:endParaRPr lang="en-US"/>
        </a:p>
      </dgm:t>
    </dgm:pt>
    <dgm:pt modelId="{4646EB03-E4F6-9E47-9660-C737C8CFA8BA}" type="sibTrans" cxnId="{1105B18D-6597-C041-8622-C85156BB6040}">
      <dgm:prSet/>
      <dgm:spPr/>
      <dgm:t>
        <a:bodyPr/>
        <a:lstStyle/>
        <a:p>
          <a:endParaRPr lang="en-US"/>
        </a:p>
      </dgm:t>
    </dgm:pt>
    <dgm:pt modelId="{02D6C07F-7A53-F849-BB7B-5FFC0E55DCF4}">
      <dgm:prSet/>
      <dgm:spPr/>
      <dgm:t>
        <a:bodyPr/>
        <a:lstStyle/>
        <a:p>
          <a:r>
            <a:rPr lang="en-US" dirty="0"/>
            <a:t>Removing HTML tags</a:t>
          </a:r>
        </a:p>
      </dgm:t>
    </dgm:pt>
    <dgm:pt modelId="{BF5705A8-8E4C-1045-A31C-596A8700C469}" type="parTrans" cxnId="{9D930734-CBE7-9F4C-A7E0-F1A855166870}">
      <dgm:prSet/>
      <dgm:spPr/>
      <dgm:t>
        <a:bodyPr/>
        <a:lstStyle/>
        <a:p>
          <a:endParaRPr lang="en-US"/>
        </a:p>
      </dgm:t>
    </dgm:pt>
    <dgm:pt modelId="{1586B5CE-2618-F244-86AB-22C15CCA8D8B}" type="sibTrans" cxnId="{9D930734-CBE7-9F4C-A7E0-F1A855166870}">
      <dgm:prSet/>
      <dgm:spPr/>
      <dgm:t>
        <a:bodyPr/>
        <a:lstStyle/>
        <a:p>
          <a:endParaRPr lang="en-US"/>
        </a:p>
      </dgm:t>
    </dgm:pt>
    <dgm:pt modelId="{71E93391-AEA3-7842-ACDC-6160BDB4011A}">
      <dgm:prSet/>
      <dgm:spPr/>
      <dgm:t>
        <a:bodyPr/>
        <a:lstStyle/>
        <a:p>
          <a:r>
            <a:rPr lang="en-US"/>
            <a:t>Tokenize and Remove Stop Words</a:t>
          </a:r>
        </a:p>
      </dgm:t>
    </dgm:pt>
    <dgm:pt modelId="{458E12AF-97D3-0E4A-A35F-21333267C4E3}" type="parTrans" cxnId="{FBA7F44B-4390-FD45-8F0A-0FFAF7D5817F}">
      <dgm:prSet/>
      <dgm:spPr/>
      <dgm:t>
        <a:bodyPr/>
        <a:lstStyle/>
        <a:p>
          <a:endParaRPr lang="en-US"/>
        </a:p>
      </dgm:t>
    </dgm:pt>
    <dgm:pt modelId="{D9DF4C2F-C4B1-744F-AC7C-E57F92ACA8CB}" type="sibTrans" cxnId="{FBA7F44B-4390-FD45-8F0A-0FFAF7D5817F}">
      <dgm:prSet/>
      <dgm:spPr/>
      <dgm:t>
        <a:bodyPr/>
        <a:lstStyle/>
        <a:p>
          <a:endParaRPr lang="en-US"/>
        </a:p>
      </dgm:t>
    </dgm:pt>
    <dgm:pt modelId="{6F883BCE-87D5-3747-A0CE-6568A2BCD443}">
      <dgm:prSet/>
      <dgm:spPr/>
      <dgm:t>
        <a:bodyPr/>
        <a:lstStyle/>
        <a:p>
          <a:r>
            <a:rPr lang="en-US"/>
            <a:t>Lemmatization</a:t>
          </a:r>
        </a:p>
      </dgm:t>
    </dgm:pt>
    <dgm:pt modelId="{C17AE3D5-43C0-0841-A36F-120C1F39CA5E}" type="parTrans" cxnId="{84DD1974-5B18-D340-82DD-BA068B5B6700}">
      <dgm:prSet/>
      <dgm:spPr/>
      <dgm:t>
        <a:bodyPr/>
        <a:lstStyle/>
        <a:p>
          <a:endParaRPr lang="en-US"/>
        </a:p>
      </dgm:t>
    </dgm:pt>
    <dgm:pt modelId="{B6FF419E-716C-E041-858E-E44285622C15}" type="sibTrans" cxnId="{84DD1974-5B18-D340-82DD-BA068B5B6700}">
      <dgm:prSet/>
      <dgm:spPr/>
      <dgm:t>
        <a:bodyPr/>
        <a:lstStyle/>
        <a:p>
          <a:endParaRPr lang="en-US"/>
        </a:p>
      </dgm:t>
    </dgm:pt>
    <dgm:pt modelId="{D64DDA84-EB27-8B4A-B767-4C233C8E9E2C}" type="pres">
      <dgm:prSet presAssocID="{F4D274CC-5D8B-274F-A7CF-F22088DC56E9}" presName="linearFlow" presStyleCnt="0">
        <dgm:presLayoutVars>
          <dgm:resizeHandles val="exact"/>
        </dgm:presLayoutVars>
      </dgm:prSet>
      <dgm:spPr/>
    </dgm:pt>
    <dgm:pt modelId="{FD7841C9-86F7-BA4C-B53C-087488086E93}" type="pres">
      <dgm:prSet presAssocID="{94BA3967-2A6C-BA41-80C5-AF9D8F6A293B}" presName="node" presStyleLbl="node1" presStyleIdx="0" presStyleCnt="5">
        <dgm:presLayoutVars>
          <dgm:bulletEnabled val="1"/>
        </dgm:presLayoutVars>
      </dgm:prSet>
      <dgm:spPr/>
    </dgm:pt>
    <dgm:pt modelId="{2C6EF55A-3D0E-7C4F-A5B7-7E2BE22193B5}" type="pres">
      <dgm:prSet presAssocID="{46F278F9-DAD0-BB4B-9C46-7DBC1BE03571}" presName="sibTrans" presStyleLbl="sibTrans2D1" presStyleIdx="0" presStyleCnt="4"/>
      <dgm:spPr/>
    </dgm:pt>
    <dgm:pt modelId="{59000416-9B97-1945-B5F0-6EF616B33562}" type="pres">
      <dgm:prSet presAssocID="{46F278F9-DAD0-BB4B-9C46-7DBC1BE03571}" presName="connectorText" presStyleLbl="sibTrans2D1" presStyleIdx="0" presStyleCnt="4"/>
      <dgm:spPr/>
    </dgm:pt>
    <dgm:pt modelId="{9584BA78-A134-BB4B-BE20-9EF9F4F94437}" type="pres">
      <dgm:prSet presAssocID="{81FCE449-CF79-9348-B4AE-DFE0220A3355}" presName="node" presStyleLbl="node1" presStyleIdx="1" presStyleCnt="5">
        <dgm:presLayoutVars>
          <dgm:bulletEnabled val="1"/>
        </dgm:presLayoutVars>
      </dgm:prSet>
      <dgm:spPr/>
    </dgm:pt>
    <dgm:pt modelId="{451B3344-2298-0242-9EB2-5E0C2AE4A395}" type="pres">
      <dgm:prSet presAssocID="{4646EB03-E4F6-9E47-9660-C737C8CFA8BA}" presName="sibTrans" presStyleLbl="sibTrans2D1" presStyleIdx="1" presStyleCnt="4"/>
      <dgm:spPr/>
    </dgm:pt>
    <dgm:pt modelId="{8CA4B5D9-C20B-B940-9E57-32531854D362}" type="pres">
      <dgm:prSet presAssocID="{4646EB03-E4F6-9E47-9660-C737C8CFA8BA}" presName="connectorText" presStyleLbl="sibTrans2D1" presStyleIdx="1" presStyleCnt="4"/>
      <dgm:spPr/>
    </dgm:pt>
    <dgm:pt modelId="{24BCB50F-20C1-CC4D-9FF2-28705DE35099}" type="pres">
      <dgm:prSet presAssocID="{02D6C07F-7A53-F849-BB7B-5FFC0E55DCF4}" presName="node" presStyleLbl="node1" presStyleIdx="2" presStyleCnt="5">
        <dgm:presLayoutVars>
          <dgm:bulletEnabled val="1"/>
        </dgm:presLayoutVars>
      </dgm:prSet>
      <dgm:spPr/>
    </dgm:pt>
    <dgm:pt modelId="{8F9ACAE2-A6D5-354A-8B15-B56CDCF8BA82}" type="pres">
      <dgm:prSet presAssocID="{1586B5CE-2618-F244-86AB-22C15CCA8D8B}" presName="sibTrans" presStyleLbl="sibTrans2D1" presStyleIdx="2" presStyleCnt="4"/>
      <dgm:spPr/>
    </dgm:pt>
    <dgm:pt modelId="{383BE772-1FC8-3E40-9898-FD433B738956}" type="pres">
      <dgm:prSet presAssocID="{1586B5CE-2618-F244-86AB-22C15CCA8D8B}" presName="connectorText" presStyleLbl="sibTrans2D1" presStyleIdx="2" presStyleCnt="4"/>
      <dgm:spPr/>
    </dgm:pt>
    <dgm:pt modelId="{5F227757-4FE2-DE48-B16C-269B392CEF22}" type="pres">
      <dgm:prSet presAssocID="{71E93391-AEA3-7842-ACDC-6160BDB4011A}" presName="node" presStyleLbl="node1" presStyleIdx="3" presStyleCnt="5">
        <dgm:presLayoutVars>
          <dgm:bulletEnabled val="1"/>
        </dgm:presLayoutVars>
      </dgm:prSet>
      <dgm:spPr/>
    </dgm:pt>
    <dgm:pt modelId="{98E147AA-9538-9942-A1D4-D22F9048883C}" type="pres">
      <dgm:prSet presAssocID="{D9DF4C2F-C4B1-744F-AC7C-E57F92ACA8CB}" presName="sibTrans" presStyleLbl="sibTrans2D1" presStyleIdx="3" presStyleCnt="4"/>
      <dgm:spPr/>
    </dgm:pt>
    <dgm:pt modelId="{87667CA4-C7F0-EC44-A4B8-779B643AFC19}" type="pres">
      <dgm:prSet presAssocID="{D9DF4C2F-C4B1-744F-AC7C-E57F92ACA8CB}" presName="connectorText" presStyleLbl="sibTrans2D1" presStyleIdx="3" presStyleCnt="4"/>
      <dgm:spPr/>
    </dgm:pt>
    <dgm:pt modelId="{2431234D-2CE1-BF4B-9017-F4C5E58DF000}" type="pres">
      <dgm:prSet presAssocID="{6F883BCE-87D5-3747-A0CE-6568A2BCD443}" presName="node" presStyleLbl="node1" presStyleIdx="4" presStyleCnt="5">
        <dgm:presLayoutVars>
          <dgm:bulletEnabled val="1"/>
        </dgm:presLayoutVars>
      </dgm:prSet>
      <dgm:spPr/>
    </dgm:pt>
  </dgm:ptLst>
  <dgm:cxnLst>
    <dgm:cxn modelId="{7866FF0D-B939-9449-88B0-143E6D1FBE95}" type="presOf" srcId="{6F883BCE-87D5-3747-A0CE-6568A2BCD443}" destId="{2431234D-2CE1-BF4B-9017-F4C5E58DF000}" srcOrd="0" destOrd="0" presId="urn:microsoft.com/office/officeart/2005/8/layout/process2"/>
    <dgm:cxn modelId="{23F6271C-E7E5-9C46-A6DE-DD9BAA77CEB0}" type="presOf" srcId="{D9DF4C2F-C4B1-744F-AC7C-E57F92ACA8CB}" destId="{98E147AA-9538-9942-A1D4-D22F9048883C}" srcOrd="0" destOrd="0" presId="urn:microsoft.com/office/officeart/2005/8/layout/process2"/>
    <dgm:cxn modelId="{BD39861C-BB9A-2041-9B78-32A9A865AC11}" type="presOf" srcId="{94BA3967-2A6C-BA41-80C5-AF9D8F6A293B}" destId="{FD7841C9-86F7-BA4C-B53C-087488086E93}" srcOrd="0" destOrd="0" presId="urn:microsoft.com/office/officeart/2005/8/layout/process2"/>
    <dgm:cxn modelId="{9D930734-CBE7-9F4C-A7E0-F1A855166870}" srcId="{F4D274CC-5D8B-274F-A7CF-F22088DC56E9}" destId="{02D6C07F-7A53-F849-BB7B-5FFC0E55DCF4}" srcOrd="2" destOrd="0" parTransId="{BF5705A8-8E4C-1045-A31C-596A8700C469}" sibTransId="{1586B5CE-2618-F244-86AB-22C15CCA8D8B}"/>
    <dgm:cxn modelId="{07FF5F47-E742-6440-8887-E8063DAD14E2}" type="presOf" srcId="{02D6C07F-7A53-F849-BB7B-5FFC0E55DCF4}" destId="{24BCB50F-20C1-CC4D-9FF2-28705DE35099}" srcOrd="0" destOrd="0" presId="urn:microsoft.com/office/officeart/2005/8/layout/process2"/>
    <dgm:cxn modelId="{FBA7F44B-4390-FD45-8F0A-0FFAF7D5817F}" srcId="{F4D274CC-5D8B-274F-A7CF-F22088DC56E9}" destId="{71E93391-AEA3-7842-ACDC-6160BDB4011A}" srcOrd="3" destOrd="0" parTransId="{458E12AF-97D3-0E4A-A35F-21333267C4E3}" sibTransId="{D9DF4C2F-C4B1-744F-AC7C-E57F92ACA8CB}"/>
    <dgm:cxn modelId="{AAC4CB57-0306-0E42-99BD-766C311BD8B7}" type="presOf" srcId="{81FCE449-CF79-9348-B4AE-DFE0220A3355}" destId="{9584BA78-A134-BB4B-BE20-9EF9F4F94437}" srcOrd="0" destOrd="0" presId="urn:microsoft.com/office/officeart/2005/8/layout/process2"/>
    <dgm:cxn modelId="{5DD6FA60-E013-CA40-BFB5-4174D2C65EF8}" type="presOf" srcId="{1586B5CE-2618-F244-86AB-22C15CCA8D8B}" destId="{8F9ACAE2-A6D5-354A-8B15-B56CDCF8BA82}" srcOrd="0" destOrd="0" presId="urn:microsoft.com/office/officeart/2005/8/layout/process2"/>
    <dgm:cxn modelId="{EED3E46A-E0FD-804B-BF5F-693EC166754D}" type="presOf" srcId="{F4D274CC-5D8B-274F-A7CF-F22088DC56E9}" destId="{D64DDA84-EB27-8B4A-B767-4C233C8E9E2C}" srcOrd="0" destOrd="0" presId="urn:microsoft.com/office/officeart/2005/8/layout/process2"/>
    <dgm:cxn modelId="{84DD1974-5B18-D340-82DD-BA068B5B6700}" srcId="{F4D274CC-5D8B-274F-A7CF-F22088DC56E9}" destId="{6F883BCE-87D5-3747-A0CE-6568A2BCD443}" srcOrd="4" destOrd="0" parTransId="{C17AE3D5-43C0-0841-A36F-120C1F39CA5E}" sibTransId="{B6FF419E-716C-E041-858E-E44285622C15}"/>
    <dgm:cxn modelId="{1105B18D-6597-C041-8622-C85156BB6040}" srcId="{F4D274CC-5D8B-274F-A7CF-F22088DC56E9}" destId="{81FCE449-CF79-9348-B4AE-DFE0220A3355}" srcOrd="1" destOrd="0" parTransId="{4E0A95C7-1A27-5240-A7EC-2D9C0FA0083E}" sibTransId="{4646EB03-E4F6-9E47-9660-C737C8CFA8BA}"/>
    <dgm:cxn modelId="{612A6698-8735-2F42-8240-40F8B713F256}" srcId="{F4D274CC-5D8B-274F-A7CF-F22088DC56E9}" destId="{94BA3967-2A6C-BA41-80C5-AF9D8F6A293B}" srcOrd="0" destOrd="0" parTransId="{0D354764-EE26-3647-BF93-182B31FF9E77}" sibTransId="{46F278F9-DAD0-BB4B-9C46-7DBC1BE03571}"/>
    <dgm:cxn modelId="{66995F9B-6770-4047-97C6-4E97A1A104BF}" type="presOf" srcId="{4646EB03-E4F6-9E47-9660-C737C8CFA8BA}" destId="{451B3344-2298-0242-9EB2-5E0C2AE4A395}" srcOrd="0" destOrd="0" presId="urn:microsoft.com/office/officeart/2005/8/layout/process2"/>
    <dgm:cxn modelId="{D0FB9D9B-67CB-FA4F-945B-9424578C82C1}" type="presOf" srcId="{1586B5CE-2618-F244-86AB-22C15CCA8D8B}" destId="{383BE772-1FC8-3E40-9898-FD433B738956}" srcOrd="1" destOrd="0" presId="urn:microsoft.com/office/officeart/2005/8/layout/process2"/>
    <dgm:cxn modelId="{A29045B5-F719-8043-B938-AF415E7559AF}" type="presOf" srcId="{46F278F9-DAD0-BB4B-9C46-7DBC1BE03571}" destId="{59000416-9B97-1945-B5F0-6EF616B33562}" srcOrd="1" destOrd="0" presId="urn:microsoft.com/office/officeart/2005/8/layout/process2"/>
    <dgm:cxn modelId="{0FAAAEC2-B70C-0E4B-B6C0-CBEB71C7795C}" type="presOf" srcId="{46F278F9-DAD0-BB4B-9C46-7DBC1BE03571}" destId="{2C6EF55A-3D0E-7C4F-A5B7-7E2BE22193B5}" srcOrd="0" destOrd="0" presId="urn:microsoft.com/office/officeart/2005/8/layout/process2"/>
    <dgm:cxn modelId="{6FD3B2CF-3A78-8343-A1A3-5B6D557FA01F}" type="presOf" srcId="{D9DF4C2F-C4B1-744F-AC7C-E57F92ACA8CB}" destId="{87667CA4-C7F0-EC44-A4B8-779B643AFC19}" srcOrd="1" destOrd="0" presId="urn:microsoft.com/office/officeart/2005/8/layout/process2"/>
    <dgm:cxn modelId="{6D7879D9-481B-D04C-9DB6-BF218B4842BE}" type="presOf" srcId="{71E93391-AEA3-7842-ACDC-6160BDB4011A}" destId="{5F227757-4FE2-DE48-B16C-269B392CEF22}" srcOrd="0" destOrd="0" presId="urn:microsoft.com/office/officeart/2005/8/layout/process2"/>
    <dgm:cxn modelId="{941856DD-4DA2-F941-AF8D-0E3679F5FFDE}" type="presOf" srcId="{4646EB03-E4F6-9E47-9660-C737C8CFA8BA}" destId="{8CA4B5D9-C20B-B940-9E57-32531854D362}" srcOrd="1" destOrd="0" presId="urn:microsoft.com/office/officeart/2005/8/layout/process2"/>
    <dgm:cxn modelId="{D9676110-EA35-8647-9636-804E564FE51F}" type="presParOf" srcId="{D64DDA84-EB27-8B4A-B767-4C233C8E9E2C}" destId="{FD7841C9-86F7-BA4C-B53C-087488086E93}" srcOrd="0" destOrd="0" presId="urn:microsoft.com/office/officeart/2005/8/layout/process2"/>
    <dgm:cxn modelId="{EF143759-5D0F-8747-A229-A8EAF5453EBD}" type="presParOf" srcId="{D64DDA84-EB27-8B4A-B767-4C233C8E9E2C}" destId="{2C6EF55A-3D0E-7C4F-A5B7-7E2BE22193B5}" srcOrd="1" destOrd="0" presId="urn:microsoft.com/office/officeart/2005/8/layout/process2"/>
    <dgm:cxn modelId="{DE2EE997-37CC-7445-A53D-C2F833782587}" type="presParOf" srcId="{2C6EF55A-3D0E-7C4F-A5B7-7E2BE22193B5}" destId="{59000416-9B97-1945-B5F0-6EF616B33562}" srcOrd="0" destOrd="0" presId="urn:microsoft.com/office/officeart/2005/8/layout/process2"/>
    <dgm:cxn modelId="{1475A3FC-02B5-3C4A-AAB3-3AA098D5CE35}" type="presParOf" srcId="{D64DDA84-EB27-8B4A-B767-4C233C8E9E2C}" destId="{9584BA78-A134-BB4B-BE20-9EF9F4F94437}" srcOrd="2" destOrd="0" presId="urn:microsoft.com/office/officeart/2005/8/layout/process2"/>
    <dgm:cxn modelId="{817EB535-BF27-1A47-8D19-4B66CA155843}" type="presParOf" srcId="{D64DDA84-EB27-8B4A-B767-4C233C8E9E2C}" destId="{451B3344-2298-0242-9EB2-5E0C2AE4A395}" srcOrd="3" destOrd="0" presId="urn:microsoft.com/office/officeart/2005/8/layout/process2"/>
    <dgm:cxn modelId="{465D304E-D2C8-834A-8BC3-5889446F869D}" type="presParOf" srcId="{451B3344-2298-0242-9EB2-5E0C2AE4A395}" destId="{8CA4B5D9-C20B-B940-9E57-32531854D362}" srcOrd="0" destOrd="0" presId="urn:microsoft.com/office/officeart/2005/8/layout/process2"/>
    <dgm:cxn modelId="{65D2CA86-0ADF-7843-AD37-59CADCAFB3FC}" type="presParOf" srcId="{D64DDA84-EB27-8B4A-B767-4C233C8E9E2C}" destId="{24BCB50F-20C1-CC4D-9FF2-28705DE35099}" srcOrd="4" destOrd="0" presId="urn:microsoft.com/office/officeart/2005/8/layout/process2"/>
    <dgm:cxn modelId="{9605481B-D28C-8E49-838F-772C7B817B15}" type="presParOf" srcId="{D64DDA84-EB27-8B4A-B767-4C233C8E9E2C}" destId="{8F9ACAE2-A6D5-354A-8B15-B56CDCF8BA82}" srcOrd="5" destOrd="0" presId="urn:microsoft.com/office/officeart/2005/8/layout/process2"/>
    <dgm:cxn modelId="{51CE340F-7CF2-7244-80B5-60AE39686191}" type="presParOf" srcId="{8F9ACAE2-A6D5-354A-8B15-B56CDCF8BA82}" destId="{383BE772-1FC8-3E40-9898-FD433B738956}" srcOrd="0" destOrd="0" presId="urn:microsoft.com/office/officeart/2005/8/layout/process2"/>
    <dgm:cxn modelId="{C9D47EE1-BE27-B948-9919-6B4D1F0CA6FD}" type="presParOf" srcId="{D64DDA84-EB27-8B4A-B767-4C233C8E9E2C}" destId="{5F227757-4FE2-DE48-B16C-269B392CEF22}" srcOrd="6" destOrd="0" presId="urn:microsoft.com/office/officeart/2005/8/layout/process2"/>
    <dgm:cxn modelId="{12F573FF-C2D5-3148-8503-DD5ED5A22C12}" type="presParOf" srcId="{D64DDA84-EB27-8B4A-B767-4C233C8E9E2C}" destId="{98E147AA-9538-9942-A1D4-D22F9048883C}" srcOrd="7" destOrd="0" presId="urn:microsoft.com/office/officeart/2005/8/layout/process2"/>
    <dgm:cxn modelId="{BCE0DF78-4AEF-0346-8FD3-4BF6AB86DECC}" type="presParOf" srcId="{98E147AA-9538-9942-A1D4-D22F9048883C}" destId="{87667CA4-C7F0-EC44-A4B8-779B643AFC19}" srcOrd="0" destOrd="0" presId="urn:microsoft.com/office/officeart/2005/8/layout/process2"/>
    <dgm:cxn modelId="{2C100871-A28C-CC4C-AE4D-A623F6899BCF}" type="presParOf" srcId="{D64DDA84-EB27-8B4A-B767-4C233C8E9E2C}" destId="{2431234D-2CE1-BF4B-9017-F4C5E58DF000}" srcOrd="8"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89451DD-E262-744B-B124-8B539E794CD4}"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FC52F4BE-4869-5048-A72F-A9572EFE8EFA}">
      <dgm:prSet/>
      <dgm:spPr/>
      <dgm:t>
        <a:bodyPr/>
        <a:lstStyle/>
        <a:p>
          <a:r>
            <a:rPr lang="en-US"/>
            <a:t>Project Overview</a:t>
          </a:r>
        </a:p>
      </dgm:t>
    </dgm:pt>
    <dgm:pt modelId="{782A5612-C54D-BF42-9D8C-5BAF7EAFDDAC}" type="parTrans" cxnId="{BA295DA8-46DE-1142-9C73-AF2C42D698AE}">
      <dgm:prSet/>
      <dgm:spPr/>
      <dgm:t>
        <a:bodyPr/>
        <a:lstStyle/>
        <a:p>
          <a:endParaRPr lang="en-US"/>
        </a:p>
      </dgm:t>
    </dgm:pt>
    <dgm:pt modelId="{11B424D9-5EF6-AE4A-9322-6011247DFFDB}" type="sibTrans" cxnId="{BA295DA8-46DE-1142-9C73-AF2C42D698AE}">
      <dgm:prSet/>
      <dgm:spPr/>
      <dgm:t>
        <a:bodyPr/>
        <a:lstStyle/>
        <a:p>
          <a:endParaRPr lang="en-US"/>
        </a:p>
      </dgm:t>
    </dgm:pt>
    <dgm:pt modelId="{F614C9A2-A134-6E44-849E-56F82BD4C930}">
      <dgm:prSet/>
      <dgm:spPr/>
      <dgm:t>
        <a:bodyPr/>
        <a:lstStyle/>
        <a:p>
          <a:r>
            <a:rPr lang="en-US" dirty="0"/>
            <a:t>Key Findings</a:t>
          </a:r>
        </a:p>
      </dgm:t>
    </dgm:pt>
    <dgm:pt modelId="{9E8F3172-E56C-F244-AD91-D95D1DC2A6BA}" type="parTrans" cxnId="{5D45D2FA-AE71-424C-AE79-F8F53CE523FB}">
      <dgm:prSet/>
      <dgm:spPr/>
      <dgm:t>
        <a:bodyPr/>
        <a:lstStyle/>
        <a:p>
          <a:endParaRPr lang="en-US"/>
        </a:p>
      </dgm:t>
    </dgm:pt>
    <dgm:pt modelId="{CD8E2EBC-6613-304C-86B2-C8408B3CBE65}" type="sibTrans" cxnId="{5D45D2FA-AE71-424C-AE79-F8F53CE523FB}">
      <dgm:prSet/>
      <dgm:spPr/>
      <dgm:t>
        <a:bodyPr/>
        <a:lstStyle/>
        <a:p>
          <a:endParaRPr lang="en-US"/>
        </a:p>
      </dgm:t>
    </dgm:pt>
    <dgm:pt modelId="{BA0193EF-AE0F-E746-8062-60750DA55137}">
      <dgm:prSet/>
      <dgm:spPr/>
      <dgm:t>
        <a:bodyPr/>
        <a:lstStyle/>
        <a:p>
          <a:r>
            <a:rPr lang="en-US"/>
            <a:t>Potential Applications</a:t>
          </a:r>
        </a:p>
      </dgm:t>
    </dgm:pt>
    <dgm:pt modelId="{695E6BFC-4663-FD4A-9E91-F4C4797D3134}" type="parTrans" cxnId="{EA937065-FE57-A545-A964-35A425615120}">
      <dgm:prSet/>
      <dgm:spPr/>
      <dgm:t>
        <a:bodyPr/>
        <a:lstStyle/>
        <a:p>
          <a:endParaRPr lang="en-US"/>
        </a:p>
      </dgm:t>
    </dgm:pt>
    <dgm:pt modelId="{D8A6063D-9E91-954B-8C9E-470EEE63DAC1}" type="sibTrans" cxnId="{EA937065-FE57-A545-A964-35A425615120}">
      <dgm:prSet/>
      <dgm:spPr/>
      <dgm:t>
        <a:bodyPr/>
        <a:lstStyle/>
        <a:p>
          <a:endParaRPr lang="en-US"/>
        </a:p>
      </dgm:t>
    </dgm:pt>
    <dgm:pt modelId="{7A7868C4-3A89-4749-8BE3-0559EFA61FBE}">
      <dgm:prSet/>
      <dgm:spPr/>
      <dgm:t>
        <a:bodyPr/>
        <a:lstStyle/>
        <a:p>
          <a:r>
            <a:rPr lang="en-US" dirty="0"/>
            <a:t>Sentiment analysis on Amazon Fine Food Reviews to classify reviews as positive or negative with confidence. Utilizing various machine learning models, including Multinomial Naive Bayes, Logistic Regression, and Random Forest, we aimed to identify the most effective model for sentiment class</a:t>
          </a:r>
        </a:p>
      </dgm:t>
    </dgm:pt>
    <dgm:pt modelId="{C8A41AE3-3FA0-D94F-AEE6-535306393472}" type="parTrans" cxnId="{9ECCF56C-83A7-8042-BD03-42E7E6D93E4E}">
      <dgm:prSet/>
      <dgm:spPr/>
      <dgm:t>
        <a:bodyPr/>
        <a:lstStyle/>
        <a:p>
          <a:endParaRPr lang="en-US"/>
        </a:p>
      </dgm:t>
    </dgm:pt>
    <dgm:pt modelId="{9EBDB140-0352-0D4C-A6FB-7ECF26C8DBB6}" type="sibTrans" cxnId="{9ECCF56C-83A7-8042-BD03-42E7E6D93E4E}">
      <dgm:prSet/>
      <dgm:spPr/>
      <dgm:t>
        <a:bodyPr/>
        <a:lstStyle/>
        <a:p>
          <a:endParaRPr lang="en-US"/>
        </a:p>
      </dgm:t>
    </dgm:pt>
    <dgm:pt modelId="{5079FCE8-515D-B54B-ABB6-C40040EB3376}">
      <dgm:prSet/>
      <dgm:spPr/>
      <dgm:t>
        <a:bodyPr/>
        <a:lstStyle/>
        <a:p>
          <a:r>
            <a:rPr lang="en-US" dirty="0"/>
            <a:t>Logistic Regression emerged as the best-performing model with an accuracy of 93%, demonstrating strong performance on both positive and negative reviews.</a:t>
          </a:r>
        </a:p>
      </dgm:t>
    </dgm:pt>
    <dgm:pt modelId="{6967F887-A0C1-5B49-9F1B-7276BDFB0665}" type="parTrans" cxnId="{407C0D02-70CF-0349-BD16-9F27A43A4513}">
      <dgm:prSet/>
      <dgm:spPr/>
      <dgm:t>
        <a:bodyPr/>
        <a:lstStyle/>
        <a:p>
          <a:endParaRPr lang="en-US"/>
        </a:p>
      </dgm:t>
    </dgm:pt>
    <dgm:pt modelId="{81FCAED6-5604-D445-8731-CA7D0B91DBF2}" type="sibTrans" cxnId="{407C0D02-70CF-0349-BD16-9F27A43A4513}">
      <dgm:prSet/>
      <dgm:spPr/>
      <dgm:t>
        <a:bodyPr/>
        <a:lstStyle/>
        <a:p>
          <a:endParaRPr lang="en-US"/>
        </a:p>
      </dgm:t>
    </dgm:pt>
    <dgm:pt modelId="{A8F10CC8-4B0C-5748-B382-A69F4D2676DD}">
      <dgm:prSet/>
      <dgm:spPr/>
      <dgm:t>
        <a:bodyPr/>
        <a:lstStyle/>
        <a:p>
          <a:r>
            <a:rPr lang="en-US" dirty="0"/>
            <a:t>The application of SMOTE improved recall for negative reviews but slightly decreased overall accuracy.</a:t>
          </a:r>
        </a:p>
      </dgm:t>
    </dgm:pt>
    <dgm:pt modelId="{2460E52B-91FF-9544-9E5D-2D4722C2B677}" type="parTrans" cxnId="{36CB4D4D-210B-E845-BDA3-CBE9BD4473D8}">
      <dgm:prSet/>
      <dgm:spPr/>
      <dgm:t>
        <a:bodyPr/>
        <a:lstStyle/>
        <a:p>
          <a:endParaRPr lang="en-US"/>
        </a:p>
      </dgm:t>
    </dgm:pt>
    <dgm:pt modelId="{812F42CE-E18C-6648-BDAB-AE03623F4420}" type="sibTrans" cxnId="{36CB4D4D-210B-E845-BDA3-CBE9BD4473D8}">
      <dgm:prSet/>
      <dgm:spPr/>
      <dgm:t>
        <a:bodyPr/>
        <a:lstStyle/>
        <a:p>
          <a:endParaRPr lang="en-US"/>
        </a:p>
      </dgm:t>
    </dgm:pt>
    <dgm:pt modelId="{97D2D000-09E3-AC4E-BED2-A207619ADFFA}">
      <dgm:prSet/>
      <dgm:spPr/>
      <dgm:t>
        <a:bodyPr/>
        <a:lstStyle/>
        <a:p>
          <a:r>
            <a:rPr lang="en-US" dirty="0"/>
            <a:t>Business Insights</a:t>
          </a:r>
        </a:p>
      </dgm:t>
    </dgm:pt>
    <dgm:pt modelId="{1EE5705B-B725-CE42-B9DD-2D9366553631}" type="parTrans" cxnId="{1DE78E09-C2FA-6F46-9214-F2DC05C0C427}">
      <dgm:prSet/>
      <dgm:spPr/>
      <dgm:t>
        <a:bodyPr/>
        <a:lstStyle/>
        <a:p>
          <a:endParaRPr lang="en-US"/>
        </a:p>
      </dgm:t>
    </dgm:pt>
    <dgm:pt modelId="{C2D6D58C-1AC8-334D-99EC-7B1480907DAB}" type="sibTrans" cxnId="{1DE78E09-C2FA-6F46-9214-F2DC05C0C427}">
      <dgm:prSet/>
      <dgm:spPr/>
      <dgm:t>
        <a:bodyPr/>
        <a:lstStyle/>
        <a:p>
          <a:endParaRPr lang="en-US"/>
        </a:p>
      </dgm:t>
    </dgm:pt>
    <dgm:pt modelId="{73BA2907-1064-C246-8264-6C5E683ADE58}">
      <dgm:prSet/>
      <dgm:spPr/>
      <dgm:t>
        <a:bodyPr/>
        <a:lstStyle/>
        <a:p>
          <a:r>
            <a:rPr lang="en-US" dirty="0"/>
            <a:t>Market Research</a:t>
          </a:r>
        </a:p>
      </dgm:t>
    </dgm:pt>
    <dgm:pt modelId="{1ABFFE62-1ACC-F942-B571-C26FBEFCCD29}" type="parTrans" cxnId="{114176BE-FC63-A344-805B-6376CD3F4B82}">
      <dgm:prSet/>
      <dgm:spPr/>
      <dgm:t>
        <a:bodyPr/>
        <a:lstStyle/>
        <a:p>
          <a:endParaRPr lang="en-US"/>
        </a:p>
      </dgm:t>
    </dgm:pt>
    <dgm:pt modelId="{BDDDB5C8-887B-EA46-BE8F-E8755F90BDEE}" type="sibTrans" cxnId="{114176BE-FC63-A344-805B-6376CD3F4B82}">
      <dgm:prSet/>
      <dgm:spPr/>
      <dgm:t>
        <a:bodyPr/>
        <a:lstStyle/>
        <a:p>
          <a:endParaRPr lang="en-US"/>
        </a:p>
      </dgm:t>
    </dgm:pt>
    <dgm:pt modelId="{58539E59-2552-3F47-8DD0-27BB762B4FEB}">
      <dgm:prSet/>
      <dgm:spPr/>
      <dgm:t>
        <a:bodyPr/>
        <a:lstStyle/>
        <a:p>
          <a:r>
            <a:rPr lang="en-US" dirty="0"/>
            <a:t>Automated Review Classification</a:t>
          </a:r>
        </a:p>
      </dgm:t>
    </dgm:pt>
    <dgm:pt modelId="{50BE353F-3172-DE4A-84B4-193002309469}" type="parTrans" cxnId="{45CB3155-983B-EC4C-8AEF-23119D5B8F35}">
      <dgm:prSet/>
      <dgm:spPr/>
      <dgm:t>
        <a:bodyPr/>
        <a:lstStyle/>
        <a:p>
          <a:endParaRPr lang="en-US"/>
        </a:p>
      </dgm:t>
    </dgm:pt>
    <dgm:pt modelId="{F710DFC2-DC49-C54C-9889-81E5CB29DF8E}" type="sibTrans" cxnId="{45CB3155-983B-EC4C-8AEF-23119D5B8F35}">
      <dgm:prSet/>
      <dgm:spPr/>
      <dgm:t>
        <a:bodyPr/>
        <a:lstStyle/>
        <a:p>
          <a:endParaRPr lang="en-US"/>
        </a:p>
      </dgm:t>
    </dgm:pt>
    <dgm:pt modelId="{4303A7FD-47FB-1944-A5C6-13867AD33D5A}" type="pres">
      <dgm:prSet presAssocID="{089451DD-E262-744B-B124-8B539E794CD4}" presName="linearFlow" presStyleCnt="0">
        <dgm:presLayoutVars>
          <dgm:dir/>
          <dgm:animLvl val="lvl"/>
          <dgm:resizeHandles val="exact"/>
        </dgm:presLayoutVars>
      </dgm:prSet>
      <dgm:spPr/>
    </dgm:pt>
    <dgm:pt modelId="{B6D52E91-EC7B-2B4C-9B76-FE465264003A}" type="pres">
      <dgm:prSet presAssocID="{FC52F4BE-4869-5048-A72F-A9572EFE8EFA}" presName="composite" presStyleCnt="0"/>
      <dgm:spPr/>
    </dgm:pt>
    <dgm:pt modelId="{7290DBD2-9019-7D44-9132-6ABEC37988F3}" type="pres">
      <dgm:prSet presAssocID="{FC52F4BE-4869-5048-A72F-A9572EFE8EFA}" presName="parentText" presStyleLbl="alignNode1" presStyleIdx="0" presStyleCnt="3">
        <dgm:presLayoutVars>
          <dgm:chMax val="1"/>
          <dgm:bulletEnabled val="1"/>
        </dgm:presLayoutVars>
      </dgm:prSet>
      <dgm:spPr/>
    </dgm:pt>
    <dgm:pt modelId="{23115117-33CA-6749-8FE4-33DF38C3C5F5}" type="pres">
      <dgm:prSet presAssocID="{FC52F4BE-4869-5048-A72F-A9572EFE8EFA}" presName="descendantText" presStyleLbl="alignAcc1" presStyleIdx="0" presStyleCnt="3">
        <dgm:presLayoutVars>
          <dgm:bulletEnabled val="1"/>
        </dgm:presLayoutVars>
      </dgm:prSet>
      <dgm:spPr/>
    </dgm:pt>
    <dgm:pt modelId="{AA6D12CD-CCF7-F845-B85A-CE5D0D43E2D8}" type="pres">
      <dgm:prSet presAssocID="{11B424D9-5EF6-AE4A-9322-6011247DFFDB}" presName="sp" presStyleCnt="0"/>
      <dgm:spPr/>
    </dgm:pt>
    <dgm:pt modelId="{262141F6-70B1-624C-A428-9DEFAE8C8788}" type="pres">
      <dgm:prSet presAssocID="{F614C9A2-A134-6E44-849E-56F82BD4C930}" presName="composite" presStyleCnt="0"/>
      <dgm:spPr/>
    </dgm:pt>
    <dgm:pt modelId="{C5AB9E89-0603-9B45-AFD7-9E749FACE7D4}" type="pres">
      <dgm:prSet presAssocID="{F614C9A2-A134-6E44-849E-56F82BD4C930}" presName="parentText" presStyleLbl="alignNode1" presStyleIdx="1" presStyleCnt="3">
        <dgm:presLayoutVars>
          <dgm:chMax val="1"/>
          <dgm:bulletEnabled val="1"/>
        </dgm:presLayoutVars>
      </dgm:prSet>
      <dgm:spPr/>
    </dgm:pt>
    <dgm:pt modelId="{0404F2EC-8712-7344-BB1A-2F409E649412}" type="pres">
      <dgm:prSet presAssocID="{F614C9A2-A134-6E44-849E-56F82BD4C930}" presName="descendantText" presStyleLbl="alignAcc1" presStyleIdx="1" presStyleCnt="3">
        <dgm:presLayoutVars>
          <dgm:bulletEnabled val="1"/>
        </dgm:presLayoutVars>
      </dgm:prSet>
      <dgm:spPr/>
    </dgm:pt>
    <dgm:pt modelId="{1094BF37-702E-1B42-8080-DCD37E86950C}" type="pres">
      <dgm:prSet presAssocID="{CD8E2EBC-6613-304C-86B2-C8408B3CBE65}" presName="sp" presStyleCnt="0"/>
      <dgm:spPr/>
    </dgm:pt>
    <dgm:pt modelId="{711F088C-5CEC-3542-85F4-A8D3FBC5E7CF}" type="pres">
      <dgm:prSet presAssocID="{BA0193EF-AE0F-E746-8062-60750DA55137}" presName="composite" presStyleCnt="0"/>
      <dgm:spPr/>
    </dgm:pt>
    <dgm:pt modelId="{AE188BD7-2E22-4749-9C95-E315E2BC8DF5}" type="pres">
      <dgm:prSet presAssocID="{BA0193EF-AE0F-E746-8062-60750DA55137}" presName="parentText" presStyleLbl="alignNode1" presStyleIdx="2" presStyleCnt="3">
        <dgm:presLayoutVars>
          <dgm:chMax val="1"/>
          <dgm:bulletEnabled val="1"/>
        </dgm:presLayoutVars>
      </dgm:prSet>
      <dgm:spPr/>
    </dgm:pt>
    <dgm:pt modelId="{76E1B5FB-67D4-6148-81A1-8101902641A4}" type="pres">
      <dgm:prSet presAssocID="{BA0193EF-AE0F-E746-8062-60750DA55137}" presName="descendantText" presStyleLbl="alignAcc1" presStyleIdx="2" presStyleCnt="3">
        <dgm:presLayoutVars>
          <dgm:bulletEnabled val="1"/>
        </dgm:presLayoutVars>
      </dgm:prSet>
      <dgm:spPr/>
    </dgm:pt>
  </dgm:ptLst>
  <dgm:cxnLst>
    <dgm:cxn modelId="{407C0D02-70CF-0349-BD16-9F27A43A4513}" srcId="{F614C9A2-A134-6E44-849E-56F82BD4C930}" destId="{5079FCE8-515D-B54B-ABB6-C40040EB3376}" srcOrd="0" destOrd="0" parTransId="{6967F887-A0C1-5B49-9F1B-7276BDFB0665}" sibTransId="{81FCAED6-5604-D445-8731-CA7D0B91DBF2}"/>
    <dgm:cxn modelId="{1DE78E09-C2FA-6F46-9214-F2DC05C0C427}" srcId="{BA0193EF-AE0F-E746-8062-60750DA55137}" destId="{97D2D000-09E3-AC4E-BED2-A207619ADFFA}" srcOrd="0" destOrd="0" parTransId="{1EE5705B-B725-CE42-B9DD-2D9366553631}" sibTransId="{C2D6D58C-1AC8-334D-99EC-7B1480907DAB}"/>
    <dgm:cxn modelId="{C6A5981A-1335-8C4B-B423-636D354B442A}" type="presOf" srcId="{F614C9A2-A134-6E44-849E-56F82BD4C930}" destId="{C5AB9E89-0603-9B45-AFD7-9E749FACE7D4}" srcOrd="0" destOrd="0" presId="urn:microsoft.com/office/officeart/2005/8/layout/chevron2"/>
    <dgm:cxn modelId="{E882E54B-28FA-2B45-B496-D89C8C43C95F}" type="presOf" srcId="{5079FCE8-515D-B54B-ABB6-C40040EB3376}" destId="{0404F2EC-8712-7344-BB1A-2F409E649412}" srcOrd="0" destOrd="0" presId="urn:microsoft.com/office/officeart/2005/8/layout/chevron2"/>
    <dgm:cxn modelId="{628B804C-000F-8944-A9B5-6D27D29585F5}" type="presOf" srcId="{7A7868C4-3A89-4749-8BE3-0559EFA61FBE}" destId="{23115117-33CA-6749-8FE4-33DF38C3C5F5}" srcOrd="0" destOrd="0" presId="urn:microsoft.com/office/officeart/2005/8/layout/chevron2"/>
    <dgm:cxn modelId="{36CB4D4D-210B-E845-BDA3-CBE9BD4473D8}" srcId="{F614C9A2-A134-6E44-849E-56F82BD4C930}" destId="{A8F10CC8-4B0C-5748-B382-A69F4D2676DD}" srcOrd="1" destOrd="0" parTransId="{2460E52B-91FF-9544-9E5D-2D4722C2B677}" sibTransId="{812F42CE-E18C-6648-BDAB-AE03623F4420}"/>
    <dgm:cxn modelId="{1C1DD054-4287-4E45-A7E6-E7DFF68BEB75}" type="presOf" srcId="{089451DD-E262-744B-B124-8B539E794CD4}" destId="{4303A7FD-47FB-1944-A5C6-13867AD33D5A}" srcOrd="0" destOrd="0" presId="urn:microsoft.com/office/officeart/2005/8/layout/chevron2"/>
    <dgm:cxn modelId="{45CB3155-983B-EC4C-8AEF-23119D5B8F35}" srcId="{BA0193EF-AE0F-E746-8062-60750DA55137}" destId="{58539E59-2552-3F47-8DD0-27BB762B4FEB}" srcOrd="2" destOrd="0" parTransId="{50BE353F-3172-DE4A-84B4-193002309469}" sibTransId="{F710DFC2-DC49-C54C-9889-81E5CB29DF8E}"/>
    <dgm:cxn modelId="{9167DB57-663B-0948-8C46-A03346E212C1}" type="presOf" srcId="{58539E59-2552-3F47-8DD0-27BB762B4FEB}" destId="{76E1B5FB-67D4-6148-81A1-8101902641A4}" srcOrd="0" destOrd="2" presId="urn:microsoft.com/office/officeart/2005/8/layout/chevron2"/>
    <dgm:cxn modelId="{EA937065-FE57-A545-A964-35A425615120}" srcId="{089451DD-E262-744B-B124-8B539E794CD4}" destId="{BA0193EF-AE0F-E746-8062-60750DA55137}" srcOrd="2" destOrd="0" parTransId="{695E6BFC-4663-FD4A-9E91-F4C4797D3134}" sibTransId="{D8A6063D-9E91-954B-8C9E-470EEE63DAC1}"/>
    <dgm:cxn modelId="{9ECCF56C-83A7-8042-BD03-42E7E6D93E4E}" srcId="{FC52F4BE-4869-5048-A72F-A9572EFE8EFA}" destId="{7A7868C4-3A89-4749-8BE3-0559EFA61FBE}" srcOrd="0" destOrd="0" parTransId="{C8A41AE3-3FA0-D94F-AEE6-535306393472}" sibTransId="{9EBDB140-0352-0D4C-A6FB-7ECF26C8DBB6}"/>
    <dgm:cxn modelId="{E841B571-FCAA-524F-B2D3-8E4C3BFE323F}" type="presOf" srcId="{73BA2907-1064-C246-8264-6C5E683ADE58}" destId="{76E1B5FB-67D4-6148-81A1-8101902641A4}" srcOrd="0" destOrd="1" presId="urn:microsoft.com/office/officeart/2005/8/layout/chevron2"/>
    <dgm:cxn modelId="{BA295DA8-46DE-1142-9C73-AF2C42D698AE}" srcId="{089451DD-E262-744B-B124-8B539E794CD4}" destId="{FC52F4BE-4869-5048-A72F-A9572EFE8EFA}" srcOrd="0" destOrd="0" parTransId="{782A5612-C54D-BF42-9D8C-5BAF7EAFDDAC}" sibTransId="{11B424D9-5EF6-AE4A-9322-6011247DFFDB}"/>
    <dgm:cxn modelId="{B0C039B4-D98C-6744-9F8D-5E32A1A210AF}" type="presOf" srcId="{A8F10CC8-4B0C-5748-B382-A69F4D2676DD}" destId="{0404F2EC-8712-7344-BB1A-2F409E649412}" srcOrd="0" destOrd="1" presId="urn:microsoft.com/office/officeart/2005/8/layout/chevron2"/>
    <dgm:cxn modelId="{114176BE-FC63-A344-805B-6376CD3F4B82}" srcId="{BA0193EF-AE0F-E746-8062-60750DA55137}" destId="{73BA2907-1064-C246-8264-6C5E683ADE58}" srcOrd="1" destOrd="0" parTransId="{1ABFFE62-1ACC-F942-B571-C26FBEFCCD29}" sibTransId="{BDDDB5C8-887B-EA46-BE8F-E8755F90BDEE}"/>
    <dgm:cxn modelId="{2CB3F1D1-8E5C-AA4F-876E-7A0AC36AB2C6}" type="presOf" srcId="{FC52F4BE-4869-5048-A72F-A9572EFE8EFA}" destId="{7290DBD2-9019-7D44-9132-6ABEC37988F3}" srcOrd="0" destOrd="0" presId="urn:microsoft.com/office/officeart/2005/8/layout/chevron2"/>
    <dgm:cxn modelId="{0D576CEA-B480-F244-8787-3001B420B150}" type="presOf" srcId="{BA0193EF-AE0F-E746-8062-60750DA55137}" destId="{AE188BD7-2E22-4749-9C95-E315E2BC8DF5}" srcOrd="0" destOrd="0" presId="urn:microsoft.com/office/officeart/2005/8/layout/chevron2"/>
    <dgm:cxn modelId="{6D1FE0F6-0788-9342-A944-F87338A4F1DB}" type="presOf" srcId="{97D2D000-09E3-AC4E-BED2-A207619ADFFA}" destId="{76E1B5FB-67D4-6148-81A1-8101902641A4}" srcOrd="0" destOrd="0" presId="urn:microsoft.com/office/officeart/2005/8/layout/chevron2"/>
    <dgm:cxn modelId="{5D45D2FA-AE71-424C-AE79-F8F53CE523FB}" srcId="{089451DD-E262-744B-B124-8B539E794CD4}" destId="{F614C9A2-A134-6E44-849E-56F82BD4C930}" srcOrd="1" destOrd="0" parTransId="{9E8F3172-E56C-F244-AD91-D95D1DC2A6BA}" sibTransId="{CD8E2EBC-6613-304C-86B2-C8408B3CBE65}"/>
    <dgm:cxn modelId="{B1465AC4-1DF3-EA40-8CCD-83786FD7071B}" type="presParOf" srcId="{4303A7FD-47FB-1944-A5C6-13867AD33D5A}" destId="{B6D52E91-EC7B-2B4C-9B76-FE465264003A}" srcOrd="0" destOrd="0" presId="urn:microsoft.com/office/officeart/2005/8/layout/chevron2"/>
    <dgm:cxn modelId="{81CB9D1F-CFDC-504E-9163-8A395ADBB9FD}" type="presParOf" srcId="{B6D52E91-EC7B-2B4C-9B76-FE465264003A}" destId="{7290DBD2-9019-7D44-9132-6ABEC37988F3}" srcOrd="0" destOrd="0" presId="urn:microsoft.com/office/officeart/2005/8/layout/chevron2"/>
    <dgm:cxn modelId="{152BED62-D159-1F46-8DB5-081D8D2ACD3B}" type="presParOf" srcId="{B6D52E91-EC7B-2B4C-9B76-FE465264003A}" destId="{23115117-33CA-6749-8FE4-33DF38C3C5F5}" srcOrd="1" destOrd="0" presId="urn:microsoft.com/office/officeart/2005/8/layout/chevron2"/>
    <dgm:cxn modelId="{8577A571-90AA-504C-8D49-ED29DB07172F}" type="presParOf" srcId="{4303A7FD-47FB-1944-A5C6-13867AD33D5A}" destId="{AA6D12CD-CCF7-F845-B85A-CE5D0D43E2D8}" srcOrd="1" destOrd="0" presId="urn:microsoft.com/office/officeart/2005/8/layout/chevron2"/>
    <dgm:cxn modelId="{B28D7C82-CFB2-2948-8B7E-B4E02E3CFCDA}" type="presParOf" srcId="{4303A7FD-47FB-1944-A5C6-13867AD33D5A}" destId="{262141F6-70B1-624C-A428-9DEFAE8C8788}" srcOrd="2" destOrd="0" presId="urn:microsoft.com/office/officeart/2005/8/layout/chevron2"/>
    <dgm:cxn modelId="{4F941AD7-38A5-5C45-A402-0901BC2B9B07}" type="presParOf" srcId="{262141F6-70B1-624C-A428-9DEFAE8C8788}" destId="{C5AB9E89-0603-9B45-AFD7-9E749FACE7D4}" srcOrd="0" destOrd="0" presId="urn:microsoft.com/office/officeart/2005/8/layout/chevron2"/>
    <dgm:cxn modelId="{B586DAF2-7E56-1B47-B68E-4C8DB60E3BC1}" type="presParOf" srcId="{262141F6-70B1-624C-A428-9DEFAE8C8788}" destId="{0404F2EC-8712-7344-BB1A-2F409E649412}" srcOrd="1" destOrd="0" presId="urn:microsoft.com/office/officeart/2005/8/layout/chevron2"/>
    <dgm:cxn modelId="{B6FB5B37-4690-8041-AD93-0A290446BB37}" type="presParOf" srcId="{4303A7FD-47FB-1944-A5C6-13867AD33D5A}" destId="{1094BF37-702E-1B42-8080-DCD37E86950C}" srcOrd="3" destOrd="0" presId="urn:microsoft.com/office/officeart/2005/8/layout/chevron2"/>
    <dgm:cxn modelId="{40BC9639-D88F-8540-B7A7-2DB96A620B1C}" type="presParOf" srcId="{4303A7FD-47FB-1944-A5C6-13867AD33D5A}" destId="{711F088C-5CEC-3542-85F4-A8D3FBC5E7CF}" srcOrd="4" destOrd="0" presId="urn:microsoft.com/office/officeart/2005/8/layout/chevron2"/>
    <dgm:cxn modelId="{76359C5D-7DC8-4043-9185-0A62E75A9C5B}" type="presParOf" srcId="{711F088C-5CEC-3542-85F4-A8D3FBC5E7CF}" destId="{AE188BD7-2E22-4749-9C95-E315E2BC8DF5}" srcOrd="0" destOrd="0" presId="urn:microsoft.com/office/officeart/2005/8/layout/chevron2"/>
    <dgm:cxn modelId="{D3FE6A6C-1370-4640-9D48-2E28ACC79010}" type="presParOf" srcId="{711F088C-5CEC-3542-85F4-A8D3FBC5E7CF}" destId="{76E1B5FB-67D4-6148-81A1-8101902641A4}"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76B7721-2A5D-8948-8CA1-C6A17D1D6CD9}"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501CEA80-DA11-C441-9BE8-1EE818E234EA}">
      <dgm:prSet/>
      <dgm:spPr/>
      <dgm:t>
        <a:bodyPr/>
        <a:lstStyle/>
        <a:p>
          <a:r>
            <a:rPr lang="en-US"/>
            <a:t>Limitations</a:t>
          </a:r>
        </a:p>
      </dgm:t>
    </dgm:pt>
    <dgm:pt modelId="{82B601DF-881F-B04E-8763-09C69FA6B60B}" type="parTrans" cxnId="{79D8695E-2222-8C4E-AD69-44773450D053}">
      <dgm:prSet/>
      <dgm:spPr/>
      <dgm:t>
        <a:bodyPr/>
        <a:lstStyle/>
        <a:p>
          <a:endParaRPr lang="en-US"/>
        </a:p>
      </dgm:t>
    </dgm:pt>
    <dgm:pt modelId="{90DCB690-3CAE-4941-966D-10B6B08CC2C4}" type="sibTrans" cxnId="{79D8695E-2222-8C4E-AD69-44773450D053}">
      <dgm:prSet/>
      <dgm:spPr/>
      <dgm:t>
        <a:bodyPr/>
        <a:lstStyle/>
        <a:p>
          <a:endParaRPr lang="en-US"/>
        </a:p>
      </dgm:t>
    </dgm:pt>
    <dgm:pt modelId="{2B68B56D-E7BE-6B4A-9112-19E16584F210}">
      <dgm:prSet/>
      <dgm:spPr/>
      <dgm:t>
        <a:bodyPr/>
        <a:lstStyle/>
        <a:p>
          <a:r>
            <a:rPr lang="en-US"/>
            <a:t>Lessons Learned</a:t>
          </a:r>
        </a:p>
      </dgm:t>
    </dgm:pt>
    <dgm:pt modelId="{8A6F6A7E-C6A3-5C4F-942F-2FFE9621655A}" type="parTrans" cxnId="{3725B3DD-589F-E942-8531-AB348206BF32}">
      <dgm:prSet/>
      <dgm:spPr/>
      <dgm:t>
        <a:bodyPr/>
        <a:lstStyle/>
        <a:p>
          <a:endParaRPr lang="en-US"/>
        </a:p>
      </dgm:t>
    </dgm:pt>
    <dgm:pt modelId="{33A8ADD1-2093-B548-90DA-D3FC1D505046}" type="sibTrans" cxnId="{3725B3DD-589F-E942-8531-AB348206BF32}">
      <dgm:prSet/>
      <dgm:spPr/>
      <dgm:t>
        <a:bodyPr/>
        <a:lstStyle/>
        <a:p>
          <a:endParaRPr lang="en-US"/>
        </a:p>
      </dgm:t>
    </dgm:pt>
    <dgm:pt modelId="{ED13CAC6-BE1F-A141-94CD-AA3C71EA6355}">
      <dgm:prSet/>
      <dgm:spPr/>
      <dgm:t>
        <a:bodyPr/>
        <a:lstStyle/>
        <a:p>
          <a:r>
            <a:rPr lang="en-US"/>
            <a:t>Future Research Directions</a:t>
          </a:r>
        </a:p>
      </dgm:t>
    </dgm:pt>
    <dgm:pt modelId="{9B15E95B-14A8-E347-87D9-DE645B55BB53}" type="parTrans" cxnId="{BDF2E373-1641-8C4B-A090-A9EE545ED2AB}">
      <dgm:prSet/>
      <dgm:spPr/>
      <dgm:t>
        <a:bodyPr/>
        <a:lstStyle/>
        <a:p>
          <a:endParaRPr lang="en-US"/>
        </a:p>
      </dgm:t>
    </dgm:pt>
    <dgm:pt modelId="{F79E0C46-BC5A-4543-966F-3A5535665650}" type="sibTrans" cxnId="{BDF2E373-1641-8C4B-A090-A9EE545ED2AB}">
      <dgm:prSet/>
      <dgm:spPr/>
      <dgm:t>
        <a:bodyPr/>
        <a:lstStyle/>
        <a:p>
          <a:endParaRPr lang="en-US"/>
        </a:p>
      </dgm:t>
    </dgm:pt>
    <dgm:pt modelId="{E9AC90F1-6264-0346-8E6A-66C92A1BAAF0}">
      <dgm:prSet/>
      <dgm:spPr/>
      <dgm:t>
        <a:bodyPr/>
        <a:lstStyle/>
        <a:p>
          <a:r>
            <a:rPr lang="en-US" dirty="0"/>
            <a:t>Class Imbalance</a:t>
          </a:r>
        </a:p>
      </dgm:t>
    </dgm:pt>
    <dgm:pt modelId="{3C477BE9-8EB0-BB46-AFC6-38BC1F3B2916}" type="parTrans" cxnId="{12A0E5B7-0AC7-FD43-9CE3-9875CF713DFC}">
      <dgm:prSet/>
      <dgm:spPr/>
      <dgm:t>
        <a:bodyPr/>
        <a:lstStyle/>
        <a:p>
          <a:endParaRPr lang="en-US"/>
        </a:p>
      </dgm:t>
    </dgm:pt>
    <dgm:pt modelId="{1F3EFF6A-56DF-C347-808B-E035C60D1DF5}" type="sibTrans" cxnId="{12A0E5B7-0AC7-FD43-9CE3-9875CF713DFC}">
      <dgm:prSet/>
      <dgm:spPr/>
      <dgm:t>
        <a:bodyPr/>
        <a:lstStyle/>
        <a:p>
          <a:endParaRPr lang="en-US"/>
        </a:p>
      </dgm:t>
    </dgm:pt>
    <dgm:pt modelId="{7FCB195F-99E9-4F4C-81B3-EE504156AEEB}">
      <dgm:prSet/>
      <dgm:spPr/>
      <dgm:t>
        <a:bodyPr/>
        <a:lstStyle/>
        <a:p>
          <a:r>
            <a:rPr lang="en-US" dirty="0"/>
            <a:t>Contextual Understanding</a:t>
          </a:r>
        </a:p>
      </dgm:t>
    </dgm:pt>
    <dgm:pt modelId="{7BCE9186-5998-CE4B-8837-ACE89EA28734}" type="parTrans" cxnId="{043F6FC3-412A-4748-B4C5-1D67F22DFD1D}">
      <dgm:prSet/>
      <dgm:spPr/>
      <dgm:t>
        <a:bodyPr/>
        <a:lstStyle/>
        <a:p>
          <a:endParaRPr lang="en-US"/>
        </a:p>
      </dgm:t>
    </dgm:pt>
    <dgm:pt modelId="{330241B2-F6F0-2D4C-B2BC-25B184988B8D}" type="sibTrans" cxnId="{043F6FC3-412A-4748-B4C5-1D67F22DFD1D}">
      <dgm:prSet/>
      <dgm:spPr/>
      <dgm:t>
        <a:bodyPr/>
        <a:lstStyle/>
        <a:p>
          <a:endParaRPr lang="en-US"/>
        </a:p>
      </dgm:t>
    </dgm:pt>
    <dgm:pt modelId="{DC97064F-DFAF-8049-B7A5-06988A7B53FE}">
      <dgm:prSet/>
      <dgm:spPr/>
      <dgm:t>
        <a:bodyPr/>
        <a:lstStyle/>
        <a:p>
          <a:r>
            <a:rPr lang="en-US" dirty="0"/>
            <a:t>Generalizability</a:t>
          </a:r>
        </a:p>
      </dgm:t>
    </dgm:pt>
    <dgm:pt modelId="{AA30D3EC-8969-7943-B338-F650034FD3AB}" type="parTrans" cxnId="{440470A4-23CC-D445-AD50-3819F63A88E2}">
      <dgm:prSet/>
      <dgm:spPr/>
      <dgm:t>
        <a:bodyPr/>
        <a:lstStyle/>
        <a:p>
          <a:endParaRPr lang="en-US"/>
        </a:p>
      </dgm:t>
    </dgm:pt>
    <dgm:pt modelId="{5DAA801B-3A3C-154E-A7B1-A156C99C867A}" type="sibTrans" cxnId="{440470A4-23CC-D445-AD50-3819F63A88E2}">
      <dgm:prSet/>
      <dgm:spPr/>
      <dgm:t>
        <a:bodyPr/>
        <a:lstStyle/>
        <a:p>
          <a:endParaRPr lang="en-US"/>
        </a:p>
      </dgm:t>
    </dgm:pt>
    <dgm:pt modelId="{8820C8BB-FF35-AA48-B8AD-6526AB33AF3E}">
      <dgm:prSet/>
      <dgm:spPr/>
      <dgm:t>
        <a:bodyPr/>
        <a:lstStyle/>
        <a:p>
          <a:r>
            <a:rPr lang="en-US" dirty="0"/>
            <a:t>Importance of  Data quality</a:t>
          </a:r>
        </a:p>
      </dgm:t>
    </dgm:pt>
    <dgm:pt modelId="{9ACB1658-273A-BB4F-824D-287598BA95FF}" type="parTrans" cxnId="{74A38F6A-1FD3-B64C-BE6C-212CF7AF5E25}">
      <dgm:prSet/>
      <dgm:spPr/>
      <dgm:t>
        <a:bodyPr/>
        <a:lstStyle/>
        <a:p>
          <a:endParaRPr lang="en-US"/>
        </a:p>
      </dgm:t>
    </dgm:pt>
    <dgm:pt modelId="{B72FBDFD-025F-9746-AC8C-FD83801B16F4}" type="sibTrans" cxnId="{74A38F6A-1FD3-B64C-BE6C-212CF7AF5E25}">
      <dgm:prSet/>
      <dgm:spPr/>
      <dgm:t>
        <a:bodyPr/>
        <a:lstStyle/>
        <a:p>
          <a:endParaRPr lang="en-US"/>
        </a:p>
      </dgm:t>
    </dgm:pt>
    <dgm:pt modelId="{0E47449A-9474-DD46-9C40-7DBF81D44E2E}">
      <dgm:prSet/>
      <dgm:spPr/>
      <dgm:t>
        <a:bodyPr/>
        <a:lstStyle/>
        <a:p>
          <a:r>
            <a:rPr lang="en-US" dirty="0"/>
            <a:t>Model Selection Matters</a:t>
          </a:r>
        </a:p>
      </dgm:t>
    </dgm:pt>
    <dgm:pt modelId="{F3269C69-B8C1-3A45-A786-3AFBD6103DDB}" type="parTrans" cxnId="{E7820890-7368-A24D-B449-32C23C70A1B0}">
      <dgm:prSet/>
      <dgm:spPr/>
      <dgm:t>
        <a:bodyPr/>
        <a:lstStyle/>
        <a:p>
          <a:endParaRPr lang="en-US"/>
        </a:p>
      </dgm:t>
    </dgm:pt>
    <dgm:pt modelId="{88B2CFDE-F67F-7542-A2C0-EE049C14DFDB}" type="sibTrans" cxnId="{E7820890-7368-A24D-B449-32C23C70A1B0}">
      <dgm:prSet/>
      <dgm:spPr/>
      <dgm:t>
        <a:bodyPr/>
        <a:lstStyle/>
        <a:p>
          <a:endParaRPr lang="en-US"/>
        </a:p>
      </dgm:t>
    </dgm:pt>
    <dgm:pt modelId="{913B0A1B-A437-F84B-91EC-D0F829F39E1E}">
      <dgm:prSet/>
      <dgm:spPr/>
      <dgm:t>
        <a:bodyPr/>
        <a:lstStyle/>
        <a:p>
          <a:r>
            <a:rPr lang="en-US" dirty="0"/>
            <a:t>Iterative Improvement</a:t>
          </a:r>
        </a:p>
      </dgm:t>
    </dgm:pt>
    <dgm:pt modelId="{6D9752C1-9F1D-224F-A5DC-EA8125F05E8C}" type="parTrans" cxnId="{9634D295-DA0E-3348-90ED-434B58C989FF}">
      <dgm:prSet/>
      <dgm:spPr/>
      <dgm:t>
        <a:bodyPr/>
        <a:lstStyle/>
        <a:p>
          <a:endParaRPr lang="en-US"/>
        </a:p>
      </dgm:t>
    </dgm:pt>
    <dgm:pt modelId="{50DC467D-35B5-194E-8056-E056A65A3ADB}" type="sibTrans" cxnId="{9634D295-DA0E-3348-90ED-434B58C989FF}">
      <dgm:prSet/>
      <dgm:spPr/>
      <dgm:t>
        <a:bodyPr/>
        <a:lstStyle/>
        <a:p>
          <a:endParaRPr lang="en-US"/>
        </a:p>
      </dgm:t>
    </dgm:pt>
    <dgm:pt modelId="{428E6798-9D94-C041-9506-C808BDC9B182}">
      <dgm:prSet/>
      <dgm:spPr/>
      <dgm:t>
        <a:bodyPr/>
        <a:lstStyle/>
        <a:p>
          <a:r>
            <a:rPr lang="en-US" dirty="0"/>
            <a:t>Advance Models</a:t>
          </a:r>
        </a:p>
      </dgm:t>
    </dgm:pt>
    <dgm:pt modelId="{BEC81038-B849-F549-8222-4C258CA2D953}" type="parTrans" cxnId="{A6723FC3-3811-F04D-98EA-267D5C94F825}">
      <dgm:prSet/>
      <dgm:spPr/>
      <dgm:t>
        <a:bodyPr/>
        <a:lstStyle/>
        <a:p>
          <a:endParaRPr lang="en-US"/>
        </a:p>
      </dgm:t>
    </dgm:pt>
    <dgm:pt modelId="{22F2691D-5FD7-9841-9B53-86D1234A3B03}" type="sibTrans" cxnId="{A6723FC3-3811-F04D-98EA-267D5C94F825}">
      <dgm:prSet/>
      <dgm:spPr/>
      <dgm:t>
        <a:bodyPr/>
        <a:lstStyle/>
        <a:p>
          <a:endParaRPr lang="en-US"/>
        </a:p>
      </dgm:t>
    </dgm:pt>
    <dgm:pt modelId="{406345FB-38E9-2347-A2AB-0BF07B32425E}">
      <dgm:prSet/>
      <dgm:spPr/>
      <dgm:t>
        <a:bodyPr/>
        <a:lstStyle/>
        <a:p>
          <a:r>
            <a:rPr lang="en-US" dirty="0"/>
            <a:t>Feature Engineering</a:t>
          </a:r>
        </a:p>
      </dgm:t>
    </dgm:pt>
    <dgm:pt modelId="{339377C4-050E-534A-98A6-C24B255F086D}" type="parTrans" cxnId="{45ED35A8-96C6-1F42-8150-2540D9F09C5B}">
      <dgm:prSet/>
      <dgm:spPr/>
      <dgm:t>
        <a:bodyPr/>
        <a:lstStyle/>
        <a:p>
          <a:endParaRPr lang="en-US"/>
        </a:p>
      </dgm:t>
    </dgm:pt>
    <dgm:pt modelId="{72B87DE2-91F0-FB4A-BF65-BBD7AEB298DD}" type="sibTrans" cxnId="{45ED35A8-96C6-1F42-8150-2540D9F09C5B}">
      <dgm:prSet/>
      <dgm:spPr/>
      <dgm:t>
        <a:bodyPr/>
        <a:lstStyle/>
        <a:p>
          <a:endParaRPr lang="en-US"/>
        </a:p>
      </dgm:t>
    </dgm:pt>
    <dgm:pt modelId="{1CA17020-B478-4F4F-941C-E87048B602F1}">
      <dgm:prSet/>
      <dgm:spPr/>
      <dgm:t>
        <a:bodyPr/>
        <a:lstStyle/>
        <a:p>
          <a:r>
            <a:rPr lang="en-US" dirty="0"/>
            <a:t>Broader Applications</a:t>
          </a:r>
        </a:p>
      </dgm:t>
    </dgm:pt>
    <dgm:pt modelId="{B61D2772-5141-4242-A6A1-1369FB3BB675}" type="parTrans" cxnId="{CC4F7B33-1541-034F-B455-198FB17816C2}">
      <dgm:prSet/>
      <dgm:spPr/>
      <dgm:t>
        <a:bodyPr/>
        <a:lstStyle/>
        <a:p>
          <a:endParaRPr lang="en-US"/>
        </a:p>
      </dgm:t>
    </dgm:pt>
    <dgm:pt modelId="{BAA8D051-FE5E-7247-95EF-A7BFC0705A60}" type="sibTrans" cxnId="{CC4F7B33-1541-034F-B455-198FB17816C2}">
      <dgm:prSet/>
      <dgm:spPr/>
      <dgm:t>
        <a:bodyPr/>
        <a:lstStyle/>
        <a:p>
          <a:endParaRPr lang="en-US"/>
        </a:p>
      </dgm:t>
    </dgm:pt>
    <dgm:pt modelId="{6BC59E86-9160-8644-885A-8FFCA10E2EFA}" type="pres">
      <dgm:prSet presAssocID="{376B7721-2A5D-8948-8CA1-C6A17D1D6CD9}" presName="linearFlow" presStyleCnt="0">
        <dgm:presLayoutVars>
          <dgm:dir/>
          <dgm:animLvl val="lvl"/>
          <dgm:resizeHandles val="exact"/>
        </dgm:presLayoutVars>
      </dgm:prSet>
      <dgm:spPr/>
    </dgm:pt>
    <dgm:pt modelId="{4E0D3D9D-3573-BA43-8578-EE7B6F512F0B}" type="pres">
      <dgm:prSet presAssocID="{501CEA80-DA11-C441-9BE8-1EE818E234EA}" presName="composite" presStyleCnt="0"/>
      <dgm:spPr/>
    </dgm:pt>
    <dgm:pt modelId="{04E3AFF7-F5B6-4D47-A1DE-375BF2234446}" type="pres">
      <dgm:prSet presAssocID="{501CEA80-DA11-C441-9BE8-1EE818E234EA}" presName="parentText" presStyleLbl="alignNode1" presStyleIdx="0" presStyleCnt="3">
        <dgm:presLayoutVars>
          <dgm:chMax val="1"/>
          <dgm:bulletEnabled val="1"/>
        </dgm:presLayoutVars>
      </dgm:prSet>
      <dgm:spPr/>
    </dgm:pt>
    <dgm:pt modelId="{BB9CF363-64FB-3445-B2D0-BE5E1A1F22C1}" type="pres">
      <dgm:prSet presAssocID="{501CEA80-DA11-C441-9BE8-1EE818E234EA}" presName="descendantText" presStyleLbl="alignAcc1" presStyleIdx="0" presStyleCnt="3">
        <dgm:presLayoutVars>
          <dgm:bulletEnabled val="1"/>
        </dgm:presLayoutVars>
      </dgm:prSet>
      <dgm:spPr/>
    </dgm:pt>
    <dgm:pt modelId="{62AF361F-2921-B34C-A30F-543FE448E92E}" type="pres">
      <dgm:prSet presAssocID="{90DCB690-3CAE-4941-966D-10B6B08CC2C4}" presName="sp" presStyleCnt="0"/>
      <dgm:spPr/>
    </dgm:pt>
    <dgm:pt modelId="{C84ABAE6-98D3-B745-831A-B923D0F47F24}" type="pres">
      <dgm:prSet presAssocID="{2B68B56D-E7BE-6B4A-9112-19E16584F210}" presName="composite" presStyleCnt="0"/>
      <dgm:spPr/>
    </dgm:pt>
    <dgm:pt modelId="{CBB54B5F-1E02-B748-A8B5-574A3475F952}" type="pres">
      <dgm:prSet presAssocID="{2B68B56D-E7BE-6B4A-9112-19E16584F210}" presName="parentText" presStyleLbl="alignNode1" presStyleIdx="1" presStyleCnt="3">
        <dgm:presLayoutVars>
          <dgm:chMax val="1"/>
          <dgm:bulletEnabled val="1"/>
        </dgm:presLayoutVars>
      </dgm:prSet>
      <dgm:spPr/>
    </dgm:pt>
    <dgm:pt modelId="{272FAA09-54EA-2F4E-8A85-69D35649E7A0}" type="pres">
      <dgm:prSet presAssocID="{2B68B56D-E7BE-6B4A-9112-19E16584F210}" presName="descendantText" presStyleLbl="alignAcc1" presStyleIdx="1" presStyleCnt="3">
        <dgm:presLayoutVars>
          <dgm:bulletEnabled val="1"/>
        </dgm:presLayoutVars>
      </dgm:prSet>
      <dgm:spPr/>
    </dgm:pt>
    <dgm:pt modelId="{99C1DBF3-35D0-1D40-8285-17C78242B049}" type="pres">
      <dgm:prSet presAssocID="{33A8ADD1-2093-B548-90DA-D3FC1D505046}" presName="sp" presStyleCnt="0"/>
      <dgm:spPr/>
    </dgm:pt>
    <dgm:pt modelId="{6820C485-49DA-4340-8185-20C62B22D1E0}" type="pres">
      <dgm:prSet presAssocID="{ED13CAC6-BE1F-A141-94CD-AA3C71EA6355}" presName="composite" presStyleCnt="0"/>
      <dgm:spPr/>
    </dgm:pt>
    <dgm:pt modelId="{AFEC186D-BC36-EA42-BFA6-FEE0B6FE602F}" type="pres">
      <dgm:prSet presAssocID="{ED13CAC6-BE1F-A141-94CD-AA3C71EA6355}" presName="parentText" presStyleLbl="alignNode1" presStyleIdx="2" presStyleCnt="3">
        <dgm:presLayoutVars>
          <dgm:chMax val="1"/>
          <dgm:bulletEnabled val="1"/>
        </dgm:presLayoutVars>
      </dgm:prSet>
      <dgm:spPr/>
    </dgm:pt>
    <dgm:pt modelId="{91758EA5-C0AE-7046-A718-62F8A6FE3CA8}" type="pres">
      <dgm:prSet presAssocID="{ED13CAC6-BE1F-A141-94CD-AA3C71EA6355}" presName="descendantText" presStyleLbl="alignAcc1" presStyleIdx="2" presStyleCnt="3">
        <dgm:presLayoutVars>
          <dgm:bulletEnabled val="1"/>
        </dgm:presLayoutVars>
      </dgm:prSet>
      <dgm:spPr/>
    </dgm:pt>
  </dgm:ptLst>
  <dgm:cxnLst>
    <dgm:cxn modelId="{A88B1309-7593-4749-8CB0-AC1F73279004}" type="presOf" srcId="{428E6798-9D94-C041-9506-C808BDC9B182}" destId="{91758EA5-C0AE-7046-A718-62F8A6FE3CA8}" srcOrd="0" destOrd="0" presId="urn:microsoft.com/office/officeart/2005/8/layout/chevron2"/>
    <dgm:cxn modelId="{DCFA8A0A-69C4-BB40-8561-C75DD7408BB9}" type="presOf" srcId="{ED13CAC6-BE1F-A141-94CD-AA3C71EA6355}" destId="{AFEC186D-BC36-EA42-BFA6-FEE0B6FE602F}" srcOrd="0" destOrd="0" presId="urn:microsoft.com/office/officeart/2005/8/layout/chevron2"/>
    <dgm:cxn modelId="{E2491E19-6740-5841-9284-2C7D818BF1D3}" type="presOf" srcId="{8820C8BB-FF35-AA48-B8AD-6526AB33AF3E}" destId="{272FAA09-54EA-2F4E-8A85-69D35649E7A0}" srcOrd="0" destOrd="0" presId="urn:microsoft.com/office/officeart/2005/8/layout/chevron2"/>
    <dgm:cxn modelId="{2177BB1B-767B-594F-A2ED-602698262537}" type="presOf" srcId="{7FCB195F-99E9-4F4C-81B3-EE504156AEEB}" destId="{BB9CF363-64FB-3445-B2D0-BE5E1A1F22C1}" srcOrd="0" destOrd="1" presId="urn:microsoft.com/office/officeart/2005/8/layout/chevron2"/>
    <dgm:cxn modelId="{CC4F7B33-1541-034F-B455-198FB17816C2}" srcId="{ED13CAC6-BE1F-A141-94CD-AA3C71EA6355}" destId="{1CA17020-B478-4F4F-941C-E87048B602F1}" srcOrd="2" destOrd="0" parTransId="{B61D2772-5141-4242-A6A1-1369FB3BB675}" sibTransId="{BAA8D051-FE5E-7247-95EF-A7BFC0705A60}"/>
    <dgm:cxn modelId="{1A11EA3E-9D1E-9B4C-A0C7-86E471A0BFC6}" type="presOf" srcId="{DC97064F-DFAF-8049-B7A5-06988A7B53FE}" destId="{BB9CF363-64FB-3445-B2D0-BE5E1A1F22C1}" srcOrd="0" destOrd="2" presId="urn:microsoft.com/office/officeart/2005/8/layout/chevron2"/>
    <dgm:cxn modelId="{21977D40-7810-9242-A5C1-CE2BDC7AF969}" type="presOf" srcId="{E9AC90F1-6264-0346-8E6A-66C92A1BAAF0}" destId="{BB9CF363-64FB-3445-B2D0-BE5E1A1F22C1}" srcOrd="0" destOrd="0" presId="urn:microsoft.com/office/officeart/2005/8/layout/chevron2"/>
    <dgm:cxn modelId="{79D8695E-2222-8C4E-AD69-44773450D053}" srcId="{376B7721-2A5D-8948-8CA1-C6A17D1D6CD9}" destId="{501CEA80-DA11-C441-9BE8-1EE818E234EA}" srcOrd="0" destOrd="0" parTransId="{82B601DF-881F-B04E-8763-09C69FA6B60B}" sibTransId="{90DCB690-3CAE-4941-966D-10B6B08CC2C4}"/>
    <dgm:cxn modelId="{2465915E-3915-2441-AED7-F1EB1D4C6211}" type="presOf" srcId="{406345FB-38E9-2347-A2AB-0BF07B32425E}" destId="{91758EA5-C0AE-7046-A718-62F8A6FE3CA8}" srcOrd="0" destOrd="1" presId="urn:microsoft.com/office/officeart/2005/8/layout/chevron2"/>
    <dgm:cxn modelId="{74A38F6A-1FD3-B64C-BE6C-212CF7AF5E25}" srcId="{2B68B56D-E7BE-6B4A-9112-19E16584F210}" destId="{8820C8BB-FF35-AA48-B8AD-6526AB33AF3E}" srcOrd="0" destOrd="0" parTransId="{9ACB1658-273A-BB4F-824D-287598BA95FF}" sibTransId="{B72FBDFD-025F-9746-AC8C-FD83801B16F4}"/>
    <dgm:cxn modelId="{40D0B970-1DC2-114A-BFB4-480A5C21B9A2}" type="presOf" srcId="{913B0A1B-A437-F84B-91EC-D0F829F39E1E}" destId="{272FAA09-54EA-2F4E-8A85-69D35649E7A0}" srcOrd="0" destOrd="2" presId="urn:microsoft.com/office/officeart/2005/8/layout/chevron2"/>
    <dgm:cxn modelId="{BDF2E373-1641-8C4B-A090-A9EE545ED2AB}" srcId="{376B7721-2A5D-8948-8CA1-C6A17D1D6CD9}" destId="{ED13CAC6-BE1F-A141-94CD-AA3C71EA6355}" srcOrd="2" destOrd="0" parTransId="{9B15E95B-14A8-E347-87D9-DE645B55BB53}" sibTransId="{F79E0C46-BC5A-4543-966F-3A5535665650}"/>
    <dgm:cxn modelId="{E7820890-7368-A24D-B449-32C23C70A1B0}" srcId="{2B68B56D-E7BE-6B4A-9112-19E16584F210}" destId="{0E47449A-9474-DD46-9C40-7DBF81D44E2E}" srcOrd="1" destOrd="0" parTransId="{F3269C69-B8C1-3A45-A786-3AFBD6103DDB}" sibTransId="{88B2CFDE-F67F-7542-A2C0-EE049C14DFDB}"/>
    <dgm:cxn modelId="{9634D295-DA0E-3348-90ED-434B58C989FF}" srcId="{2B68B56D-E7BE-6B4A-9112-19E16584F210}" destId="{913B0A1B-A437-F84B-91EC-D0F829F39E1E}" srcOrd="2" destOrd="0" parTransId="{6D9752C1-9F1D-224F-A5DC-EA8125F05E8C}" sibTransId="{50DC467D-35B5-194E-8056-E056A65A3ADB}"/>
    <dgm:cxn modelId="{1161A19C-200E-544F-8C59-4190B208EA25}" type="presOf" srcId="{0E47449A-9474-DD46-9C40-7DBF81D44E2E}" destId="{272FAA09-54EA-2F4E-8A85-69D35649E7A0}" srcOrd="0" destOrd="1" presId="urn:microsoft.com/office/officeart/2005/8/layout/chevron2"/>
    <dgm:cxn modelId="{440470A4-23CC-D445-AD50-3819F63A88E2}" srcId="{501CEA80-DA11-C441-9BE8-1EE818E234EA}" destId="{DC97064F-DFAF-8049-B7A5-06988A7B53FE}" srcOrd="2" destOrd="0" parTransId="{AA30D3EC-8969-7943-B338-F650034FD3AB}" sibTransId="{5DAA801B-3A3C-154E-A7B1-A156C99C867A}"/>
    <dgm:cxn modelId="{45ED35A8-96C6-1F42-8150-2540D9F09C5B}" srcId="{ED13CAC6-BE1F-A141-94CD-AA3C71EA6355}" destId="{406345FB-38E9-2347-A2AB-0BF07B32425E}" srcOrd="1" destOrd="0" parTransId="{339377C4-050E-534A-98A6-C24B255F086D}" sibTransId="{72B87DE2-91F0-FB4A-BF65-BBD7AEB298DD}"/>
    <dgm:cxn modelId="{C6394CB4-3821-4C47-9476-AD356B719D45}" type="presOf" srcId="{376B7721-2A5D-8948-8CA1-C6A17D1D6CD9}" destId="{6BC59E86-9160-8644-885A-8FFCA10E2EFA}" srcOrd="0" destOrd="0" presId="urn:microsoft.com/office/officeart/2005/8/layout/chevron2"/>
    <dgm:cxn modelId="{12A0E5B7-0AC7-FD43-9CE3-9875CF713DFC}" srcId="{501CEA80-DA11-C441-9BE8-1EE818E234EA}" destId="{E9AC90F1-6264-0346-8E6A-66C92A1BAAF0}" srcOrd="0" destOrd="0" parTransId="{3C477BE9-8EB0-BB46-AFC6-38BC1F3B2916}" sibTransId="{1F3EFF6A-56DF-C347-808B-E035C60D1DF5}"/>
    <dgm:cxn modelId="{A6723FC3-3811-F04D-98EA-267D5C94F825}" srcId="{ED13CAC6-BE1F-A141-94CD-AA3C71EA6355}" destId="{428E6798-9D94-C041-9506-C808BDC9B182}" srcOrd="0" destOrd="0" parTransId="{BEC81038-B849-F549-8222-4C258CA2D953}" sibTransId="{22F2691D-5FD7-9841-9B53-86D1234A3B03}"/>
    <dgm:cxn modelId="{043F6FC3-412A-4748-B4C5-1D67F22DFD1D}" srcId="{501CEA80-DA11-C441-9BE8-1EE818E234EA}" destId="{7FCB195F-99E9-4F4C-81B3-EE504156AEEB}" srcOrd="1" destOrd="0" parTransId="{7BCE9186-5998-CE4B-8837-ACE89EA28734}" sibTransId="{330241B2-F6F0-2D4C-B2BC-25B184988B8D}"/>
    <dgm:cxn modelId="{53BA94C3-8A39-DC44-9EB8-56717E61F608}" type="presOf" srcId="{501CEA80-DA11-C441-9BE8-1EE818E234EA}" destId="{04E3AFF7-F5B6-4D47-A1DE-375BF2234446}" srcOrd="0" destOrd="0" presId="urn:microsoft.com/office/officeart/2005/8/layout/chevron2"/>
    <dgm:cxn modelId="{6B3D25CE-F116-6E48-B579-D882FD8193EF}" type="presOf" srcId="{1CA17020-B478-4F4F-941C-E87048B602F1}" destId="{91758EA5-C0AE-7046-A718-62F8A6FE3CA8}" srcOrd="0" destOrd="2" presId="urn:microsoft.com/office/officeart/2005/8/layout/chevron2"/>
    <dgm:cxn modelId="{3725B3DD-589F-E942-8531-AB348206BF32}" srcId="{376B7721-2A5D-8948-8CA1-C6A17D1D6CD9}" destId="{2B68B56D-E7BE-6B4A-9112-19E16584F210}" srcOrd="1" destOrd="0" parTransId="{8A6F6A7E-C6A3-5C4F-942F-2FFE9621655A}" sibTransId="{33A8ADD1-2093-B548-90DA-D3FC1D505046}"/>
    <dgm:cxn modelId="{6E2925F7-0602-1741-8FEF-B0BBB1E885DD}" type="presOf" srcId="{2B68B56D-E7BE-6B4A-9112-19E16584F210}" destId="{CBB54B5F-1E02-B748-A8B5-574A3475F952}" srcOrd="0" destOrd="0" presId="urn:microsoft.com/office/officeart/2005/8/layout/chevron2"/>
    <dgm:cxn modelId="{BE8514F1-445D-3C4C-AA81-48BD3AC6B2EF}" type="presParOf" srcId="{6BC59E86-9160-8644-885A-8FFCA10E2EFA}" destId="{4E0D3D9D-3573-BA43-8578-EE7B6F512F0B}" srcOrd="0" destOrd="0" presId="urn:microsoft.com/office/officeart/2005/8/layout/chevron2"/>
    <dgm:cxn modelId="{1C2C6DAE-E327-0545-8669-98A4B3BC428A}" type="presParOf" srcId="{4E0D3D9D-3573-BA43-8578-EE7B6F512F0B}" destId="{04E3AFF7-F5B6-4D47-A1DE-375BF2234446}" srcOrd="0" destOrd="0" presId="urn:microsoft.com/office/officeart/2005/8/layout/chevron2"/>
    <dgm:cxn modelId="{12F92FF2-4388-9443-B61B-F08B6CAA5CE9}" type="presParOf" srcId="{4E0D3D9D-3573-BA43-8578-EE7B6F512F0B}" destId="{BB9CF363-64FB-3445-B2D0-BE5E1A1F22C1}" srcOrd="1" destOrd="0" presId="urn:microsoft.com/office/officeart/2005/8/layout/chevron2"/>
    <dgm:cxn modelId="{CF4E3554-A3D1-3145-A550-030D1EA20613}" type="presParOf" srcId="{6BC59E86-9160-8644-885A-8FFCA10E2EFA}" destId="{62AF361F-2921-B34C-A30F-543FE448E92E}" srcOrd="1" destOrd="0" presId="urn:microsoft.com/office/officeart/2005/8/layout/chevron2"/>
    <dgm:cxn modelId="{9664D62A-BBAC-2B46-B989-02EE0F840F08}" type="presParOf" srcId="{6BC59E86-9160-8644-885A-8FFCA10E2EFA}" destId="{C84ABAE6-98D3-B745-831A-B923D0F47F24}" srcOrd="2" destOrd="0" presId="urn:microsoft.com/office/officeart/2005/8/layout/chevron2"/>
    <dgm:cxn modelId="{338A4EC2-C515-3744-88BF-6220B55A2918}" type="presParOf" srcId="{C84ABAE6-98D3-B745-831A-B923D0F47F24}" destId="{CBB54B5F-1E02-B748-A8B5-574A3475F952}" srcOrd="0" destOrd="0" presId="urn:microsoft.com/office/officeart/2005/8/layout/chevron2"/>
    <dgm:cxn modelId="{38801963-8111-454B-84D1-CBBCCCC6DF61}" type="presParOf" srcId="{C84ABAE6-98D3-B745-831A-B923D0F47F24}" destId="{272FAA09-54EA-2F4E-8A85-69D35649E7A0}" srcOrd="1" destOrd="0" presId="urn:microsoft.com/office/officeart/2005/8/layout/chevron2"/>
    <dgm:cxn modelId="{6886574A-06A7-3546-AB36-CDE2A1AA096E}" type="presParOf" srcId="{6BC59E86-9160-8644-885A-8FFCA10E2EFA}" destId="{99C1DBF3-35D0-1D40-8285-17C78242B049}" srcOrd="3" destOrd="0" presId="urn:microsoft.com/office/officeart/2005/8/layout/chevron2"/>
    <dgm:cxn modelId="{BAC95979-1048-DA4A-AAD5-1C3CE6BC0936}" type="presParOf" srcId="{6BC59E86-9160-8644-885A-8FFCA10E2EFA}" destId="{6820C485-49DA-4340-8185-20C62B22D1E0}" srcOrd="4" destOrd="0" presId="urn:microsoft.com/office/officeart/2005/8/layout/chevron2"/>
    <dgm:cxn modelId="{C72A01A5-6512-3240-8189-1932C680D3EA}" type="presParOf" srcId="{6820C485-49DA-4340-8185-20C62B22D1E0}" destId="{AFEC186D-BC36-EA42-BFA6-FEE0B6FE602F}" srcOrd="0" destOrd="0" presId="urn:microsoft.com/office/officeart/2005/8/layout/chevron2"/>
    <dgm:cxn modelId="{B9AF08FB-BB6F-6244-8FDB-3127E167EBD5}" type="presParOf" srcId="{6820C485-49DA-4340-8185-20C62B22D1E0}" destId="{91758EA5-C0AE-7046-A718-62F8A6FE3CA8}"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BA6394-219A-A147-9AD7-1736CC3BA608}">
      <dsp:nvSpPr>
        <dsp:cNvPr id="0" name=""/>
        <dsp:cNvSpPr/>
      </dsp:nvSpPr>
      <dsp:spPr>
        <a:xfrm>
          <a:off x="0" y="194510"/>
          <a:ext cx="4038600" cy="397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i="0" kern="1200"/>
            <a:t>Data sources:</a:t>
          </a:r>
          <a:br>
            <a:rPr lang="en-US" sz="1000" b="0" i="0" kern="1200"/>
          </a:br>
          <a:r>
            <a:rPr lang="en-US" sz="1000" b="0" i="0" kern="1200"/>
            <a:t>Amazon Fine Food Reviews dataset from SNAP and Kaggle.</a:t>
          </a:r>
          <a:endParaRPr lang="en-US" sz="1000" kern="1200"/>
        </a:p>
      </dsp:txBody>
      <dsp:txXfrm>
        <a:off x="19419" y="213929"/>
        <a:ext cx="3999762" cy="358962"/>
      </dsp:txXfrm>
    </dsp:sp>
    <dsp:sp modelId="{F7E3298F-CB84-C749-AC40-374F01398E58}">
      <dsp:nvSpPr>
        <dsp:cNvPr id="0" name=""/>
        <dsp:cNvSpPr/>
      </dsp:nvSpPr>
      <dsp:spPr>
        <a:xfrm>
          <a:off x="0" y="621110"/>
          <a:ext cx="4038600" cy="397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i="0" kern="1200"/>
            <a:t>Data size:</a:t>
          </a:r>
          <a:br>
            <a:rPr lang="en-US" sz="1000" b="0" i="0" kern="1200"/>
          </a:br>
          <a:r>
            <a:rPr lang="en-US" sz="1000" b="0" i="0" kern="1200"/>
            <a:t>Approximately 300 MB.</a:t>
          </a:r>
          <a:endParaRPr lang="en-US" sz="1000" kern="1200"/>
        </a:p>
      </dsp:txBody>
      <dsp:txXfrm>
        <a:off x="19419" y="640529"/>
        <a:ext cx="3999762" cy="358962"/>
      </dsp:txXfrm>
    </dsp:sp>
    <dsp:sp modelId="{FAECFD41-9EFF-0F42-8C66-C7F74608398D}">
      <dsp:nvSpPr>
        <dsp:cNvPr id="0" name=""/>
        <dsp:cNvSpPr/>
      </dsp:nvSpPr>
      <dsp:spPr>
        <a:xfrm>
          <a:off x="0" y="1047710"/>
          <a:ext cx="4038600" cy="397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i="0" kern="1200"/>
            <a:t>Data shape:</a:t>
          </a:r>
          <a:br>
            <a:rPr lang="en-US" sz="1000" b="0" i="0" kern="1200"/>
          </a:br>
          <a:r>
            <a:rPr lang="en-US" sz="1000" b="0" i="0" kern="1200"/>
            <a:t>568,454 rows and 10 columns.</a:t>
          </a:r>
          <a:endParaRPr lang="en-US" sz="1000" kern="1200"/>
        </a:p>
      </dsp:txBody>
      <dsp:txXfrm>
        <a:off x="19419" y="1067129"/>
        <a:ext cx="3999762" cy="358962"/>
      </dsp:txXfrm>
    </dsp:sp>
    <dsp:sp modelId="{B0C9FF13-41C5-374F-8139-B81F3E9F0C6B}">
      <dsp:nvSpPr>
        <dsp:cNvPr id="0" name=""/>
        <dsp:cNvSpPr/>
      </dsp:nvSpPr>
      <dsp:spPr>
        <a:xfrm>
          <a:off x="0" y="1474310"/>
          <a:ext cx="4038600" cy="397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i="0" kern="1200"/>
            <a:t>Time period:</a:t>
          </a:r>
          <a:br>
            <a:rPr lang="en-US" sz="1000" b="0" i="0" kern="1200"/>
          </a:br>
          <a:r>
            <a:rPr lang="en-US" sz="1000" b="0" i="0" kern="1200"/>
            <a:t>October 1999 to October 2012.</a:t>
          </a:r>
          <a:endParaRPr lang="en-US" sz="1000" kern="1200"/>
        </a:p>
      </dsp:txBody>
      <dsp:txXfrm>
        <a:off x="19419" y="1493729"/>
        <a:ext cx="3999762" cy="358962"/>
      </dsp:txXfrm>
    </dsp:sp>
    <dsp:sp modelId="{0455A099-4A34-A841-9087-53AD32288461}">
      <dsp:nvSpPr>
        <dsp:cNvPr id="0" name=""/>
        <dsp:cNvSpPr/>
      </dsp:nvSpPr>
      <dsp:spPr>
        <a:xfrm>
          <a:off x="0" y="1900910"/>
          <a:ext cx="4038600" cy="397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i="0" kern="1200"/>
            <a:t>What does each row represent?</a:t>
          </a:r>
          <a:br>
            <a:rPr lang="en-US" sz="1000" b="0" i="0" kern="1200"/>
          </a:br>
          <a:r>
            <a:rPr lang="en-US" sz="1000" b="0" i="0" kern="1200"/>
            <a:t>Each row represents a single review of a fine food product on Amazon.</a:t>
          </a:r>
          <a:endParaRPr lang="en-US" sz="1000" kern="1200"/>
        </a:p>
      </dsp:txBody>
      <dsp:txXfrm>
        <a:off x="19419" y="1920329"/>
        <a:ext cx="3999762" cy="358962"/>
      </dsp:txXfrm>
    </dsp:sp>
    <dsp:sp modelId="{83B30D9E-51E5-BA4E-B2AF-349D4D778719}">
      <dsp:nvSpPr>
        <dsp:cNvPr id="0" name=""/>
        <dsp:cNvSpPr/>
      </dsp:nvSpPr>
      <dsp:spPr>
        <a:xfrm>
          <a:off x="0" y="2327509"/>
          <a:ext cx="4038600" cy="397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b="1" i="0" kern="1200"/>
            <a:t>Which variable/column will be your target/label in your ML model?</a:t>
          </a:r>
          <a:endParaRPr lang="en-US" sz="1000" kern="1200"/>
        </a:p>
      </dsp:txBody>
      <dsp:txXfrm>
        <a:off x="19419" y="2346928"/>
        <a:ext cx="3999762" cy="358962"/>
      </dsp:txXfrm>
    </dsp:sp>
    <dsp:sp modelId="{A6FB322C-1F06-124B-8733-DE184DFA178E}">
      <dsp:nvSpPr>
        <dsp:cNvPr id="0" name=""/>
        <dsp:cNvSpPr/>
      </dsp:nvSpPr>
      <dsp:spPr>
        <a:xfrm>
          <a:off x="0" y="2725310"/>
          <a:ext cx="4038600" cy="253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226" tIns="12700" rIns="71120" bIns="12700" numCol="1" spcCol="1270" anchor="t" anchorCtr="0">
          <a:noAutofit/>
        </a:bodyPr>
        <a:lstStyle/>
        <a:p>
          <a:pPr marL="57150" lvl="1" indent="-57150" algn="l" defTabSz="355600">
            <a:lnSpc>
              <a:spcPct val="90000"/>
            </a:lnSpc>
            <a:spcBef>
              <a:spcPct val="0"/>
            </a:spcBef>
            <a:spcAft>
              <a:spcPct val="20000"/>
            </a:spcAft>
            <a:buChar char="•"/>
          </a:pPr>
          <a:r>
            <a:rPr lang="en-US" sz="800" b="0" i="0" kern="1200"/>
            <a:t>Target variable for sentiment classification: Score (converted to binary sentiment: positive if ≥ 4, negative if ≤ 2)</a:t>
          </a:r>
          <a:endParaRPr lang="en-US" sz="800" kern="1200"/>
        </a:p>
      </dsp:txBody>
      <dsp:txXfrm>
        <a:off x="0" y="2725310"/>
        <a:ext cx="4038600" cy="2535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A3FC95-97CE-AC41-9549-2BB185CD35A4}">
      <dsp:nvSpPr>
        <dsp:cNvPr id="0" name=""/>
        <dsp:cNvSpPr/>
      </dsp:nvSpPr>
      <dsp:spPr>
        <a:xfrm>
          <a:off x="0" y="202497"/>
          <a:ext cx="4038600" cy="3837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i="0" kern="1200"/>
            <a:t>Data dictionary:</a:t>
          </a:r>
          <a:endParaRPr lang="en-US" sz="1600" kern="1200"/>
        </a:p>
      </dsp:txBody>
      <dsp:txXfrm>
        <a:off x="18734" y="221231"/>
        <a:ext cx="4001132" cy="346292"/>
      </dsp:txXfrm>
    </dsp:sp>
    <dsp:sp modelId="{D4E3FBC5-B791-BF40-AAFC-78B08A57A116}">
      <dsp:nvSpPr>
        <dsp:cNvPr id="0" name=""/>
        <dsp:cNvSpPr/>
      </dsp:nvSpPr>
      <dsp:spPr>
        <a:xfrm>
          <a:off x="0" y="586257"/>
          <a:ext cx="4038600" cy="2384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226"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b="0" i="0" kern="1200"/>
            <a:t>Id: Integer - Unique identifier for the review.</a:t>
          </a:r>
          <a:endParaRPr lang="en-US" sz="1200" kern="1200"/>
        </a:p>
        <a:p>
          <a:pPr marL="114300" lvl="1" indent="-114300" algn="l" defTabSz="533400">
            <a:lnSpc>
              <a:spcPct val="90000"/>
            </a:lnSpc>
            <a:spcBef>
              <a:spcPct val="0"/>
            </a:spcBef>
            <a:spcAft>
              <a:spcPct val="20000"/>
            </a:spcAft>
            <a:buChar char="•"/>
          </a:pPr>
          <a:r>
            <a:rPr lang="en-US" sz="1200" b="0" i="0" kern="1200"/>
            <a:t>ProductId: String - Unique identifier for the product.</a:t>
          </a:r>
          <a:endParaRPr lang="en-US" sz="1200" kern="1200"/>
        </a:p>
        <a:p>
          <a:pPr marL="114300" lvl="1" indent="-114300" algn="l" defTabSz="533400">
            <a:lnSpc>
              <a:spcPct val="90000"/>
            </a:lnSpc>
            <a:spcBef>
              <a:spcPct val="0"/>
            </a:spcBef>
            <a:spcAft>
              <a:spcPct val="20000"/>
            </a:spcAft>
            <a:buChar char="•"/>
          </a:pPr>
          <a:r>
            <a:rPr lang="en-US" sz="1200" b="0" i="0" kern="1200"/>
            <a:t>UserId: String - Unique identifier for the user.</a:t>
          </a:r>
          <a:endParaRPr lang="en-US" sz="1200" kern="1200"/>
        </a:p>
        <a:p>
          <a:pPr marL="114300" lvl="1" indent="-114300" algn="l" defTabSz="533400">
            <a:lnSpc>
              <a:spcPct val="90000"/>
            </a:lnSpc>
            <a:spcBef>
              <a:spcPct val="0"/>
            </a:spcBef>
            <a:spcAft>
              <a:spcPct val="20000"/>
            </a:spcAft>
            <a:buChar char="•"/>
          </a:pPr>
          <a:r>
            <a:rPr lang="en-US" sz="1200" b="0" i="0" kern="1200"/>
            <a:t>ProfileName: String - Name of the user.</a:t>
          </a:r>
          <a:endParaRPr lang="en-US" sz="1200" kern="1200"/>
        </a:p>
        <a:p>
          <a:pPr marL="114300" lvl="1" indent="-114300" algn="l" defTabSz="533400">
            <a:lnSpc>
              <a:spcPct val="90000"/>
            </a:lnSpc>
            <a:spcBef>
              <a:spcPct val="0"/>
            </a:spcBef>
            <a:spcAft>
              <a:spcPct val="20000"/>
            </a:spcAft>
            <a:buChar char="•"/>
          </a:pPr>
          <a:r>
            <a:rPr lang="en-US" sz="1200" b="0" i="0" kern="1200"/>
            <a:t>HelpfulnessNumerator: Integer - Number of users who found the review helpful.</a:t>
          </a:r>
          <a:endParaRPr lang="en-US" sz="1200" kern="1200"/>
        </a:p>
        <a:p>
          <a:pPr marL="114300" lvl="1" indent="-114300" algn="l" defTabSz="533400">
            <a:lnSpc>
              <a:spcPct val="90000"/>
            </a:lnSpc>
            <a:spcBef>
              <a:spcPct val="0"/>
            </a:spcBef>
            <a:spcAft>
              <a:spcPct val="20000"/>
            </a:spcAft>
            <a:buChar char="•"/>
          </a:pPr>
          <a:r>
            <a:rPr lang="en-US" sz="1200" b="0" i="0" kern="1200"/>
            <a:t>HelpfulnessDenominator: Integer - Number of users who indicated whether they found the review helpful or not.</a:t>
          </a:r>
          <a:endParaRPr lang="en-US" sz="1200" kern="1200"/>
        </a:p>
        <a:p>
          <a:pPr marL="114300" lvl="1" indent="-114300" algn="l" defTabSz="533400">
            <a:lnSpc>
              <a:spcPct val="90000"/>
            </a:lnSpc>
            <a:spcBef>
              <a:spcPct val="0"/>
            </a:spcBef>
            <a:spcAft>
              <a:spcPct val="20000"/>
            </a:spcAft>
            <a:buChar char="•"/>
          </a:pPr>
          <a:r>
            <a:rPr lang="en-US" sz="1200" b="0" i="0" kern="1200"/>
            <a:t>Score: Integer - Rating between 1 and 5.</a:t>
          </a:r>
          <a:endParaRPr lang="en-US" sz="1200" kern="1200"/>
        </a:p>
        <a:p>
          <a:pPr marL="114300" lvl="1" indent="-114300" algn="l" defTabSz="533400">
            <a:lnSpc>
              <a:spcPct val="90000"/>
            </a:lnSpc>
            <a:spcBef>
              <a:spcPct val="0"/>
            </a:spcBef>
            <a:spcAft>
              <a:spcPct val="20000"/>
            </a:spcAft>
            <a:buChar char="•"/>
          </a:pPr>
          <a:r>
            <a:rPr lang="en-US" sz="1200" b="0" i="0" kern="1200" dirty="0"/>
            <a:t>Time: Integer - Timestamp for the review.</a:t>
          </a:r>
          <a:endParaRPr lang="en-US" sz="1200" kern="1200" dirty="0"/>
        </a:p>
        <a:p>
          <a:pPr marL="114300" lvl="1" indent="-114300" algn="l" defTabSz="533400">
            <a:lnSpc>
              <a:spcPct val="90000"/>
            </a:lnSpc>
            <a:spcBef>
              <a:spcPct val="0"/>
            </a:spcBef>
            <a:spcAft>
              <a:spcPct val="20000"/>
            </a:spcAft>
            <a:buChar char="•"/>
          </a:pPr>
          <a:r>
            <a:rPr lang="en-US" sz="1200" b="0" i="0" kern="1200"/>
            <a:t>Summary: String - Brief summary of the review.</a:t>
          </a:r>
          <a:endParaRPr lang="en-US" sz="1200" kern="1200"/>
        </a:p>
        <a:p>
          <a:pPr marL="114300" lvl="1" indent="-114300" algn="l" defTabSz="533400">
            <a:lnSpc>
              <a:spcPct val="90000"/>
            </a:lnSpc>
            <a:spcBef>
              <a:spcPct val="0"/>
            </a:spcBef>
            <a:spcAft>
              <a:spcPct val="20000"/>
            </a:spcAft>
            <a:buChar char="•"/>
          </a:pPr>
          <a:r>
            <a:rPr lang="en-US" sz="1200" b="0" i="0" kern="1200"/>
            <a:t>Text: String - Text of the review.</a:t>
          </a:r>
          <a:endParaRPr lang="en-US" sz="1200" kern="1200"/>
        </a:p>
      </dsp:txBody>
      <dsp:txXfrm>
        <a:off x="0" y="586257"/>
        <a:ext cx="4038600" cy="23846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9AB60F-CF66-624C-8CE2-CCC1DD5A9BA1}">
      <dsp:nvSpPr>
        <dsp:cNvPr id="0" name=""/>
        <dsp:cNvSpPr/>
      </dsp:nvSpPr>
      <dsp:spPr>
        <a:xfrm>
          <a:off x="629934" y="0"/>
          <a:ext cx="7139255" cy="26499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C0B248-D9BF-6A43-B940-DEF48142CCFF}">
      <dsp:nvSpPr>
        <dsp:cNvPr id="0" name=""/>
        <dsp:cNvSpPr/>
      </dsp:nvSpPr>
      <dsp:spPr>
        <a:xfrm>
          <a:off x="3691" y="794981"/>
          <a:ext cx="1613796" cy="105997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Converting Score column to “Positive” or ”Negative”.</a:t>
          </a:r>
        </a:p>
      </dsp:txBody>
      <dsp:txXfrm>
        <a:off x="55435" y="846725"/>
        <a:ext cx="1510308" cy="956487"/>
      </dsp:txXfrm>
    </dsp:sp>
    <dsp:sp modelId="{B7CC5898-CDDC-A24F-939C-FEDD57E3873F}">
      <dsp:nvSpPr>
        <dsp:cNvPr id="0" name=""/>
        <dsp:cNvSpPr/>
      </dsp:nvSpPr>
      <dsp:spPr>
        <a:xfrm>
          <a:off x="1698177" y="794981"/>
          <a:ext cx="1613796" cy="105997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Handling Missing values.</a:t>
          </a:r>
        </a:p>
      </dsp:txBody>
      <dsp:txXfrm>
        <a:off x="1749921" y="846725"/>
        <a:ext cx="1510308" cy="956487"/>
      </dsp:txXfrm>
    </dsp:sp>
    <dsp:sp modelId="{8A828911-D354-A445-922C-D9612FEAF6B7}">
      <dsp:nvSpPr>
        <dsp:cNvPr id="0" name=""/>
        <dsp:cNvSpPr/>
      </dsp:nvSpPr>
      <dsp:spPr>
        <a:xfrm>
          <a:off x="3392663" y="794981"/>
          <a:ext cx="1613796" cy="105997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Unix time stamp conversion.</a:t>
          </a:r>
        </a:p>
      </dsp:txBody>
      <dsp:txXfrm>
        <a:off x="3444407" y="846725"/>
        <a:ext cx="1510308" cy="956487"/>
      </dsp:txXfrm>
    </dsp:sp>
    <dsp:sp modelId="{FF7946B2-BF01-C348-82DC-13F375F143E8}">
      <dsp:nvSpPr>
        <dsp:cNvPr id="0" name=""/>
        <dsp:cNvSpPr/>
      </dsp:nvSpPr>
      <dsp:spPr>
        <a:xfrm>
          <a:off x="6744228" y="850227"/>
          <a:ext cx="1613796" cy="105997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Handling Data deduplication.</a:t>
          </a:r>
        </a:p>
      </dsp:txBody>
      <dsp:txXfrm>
        <a:off x="6795972" y="901971"/>
        <a:ext cx="1510308" cy="956487"/>
      </dsp:txXfrm>
    </dsp:sp>
    <dsp:sp modelId="{C8E7E000-60DD-5742-9A94-214E31E3A321}">
      <dsp:nvSpPr>
        <dsp:cNvPr id="0" name=""/>
        <dsp:cNvSpPr/>
      </dsp:nvSpPr>
      <dsp:spPr>
        <a:xfrm>
          <a:off x="5086399" y="836076"/>
          <a:ext cx="1613796" cy="105997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Correcting logical errors for ”Helpfulness Denominator/Numerator Column”.</a:t>
          </a:r>
        </a:p>
      </dsp:txBody>
      <dsp:txXfrm>
        <a:off x="5138143" y="887820"/>
        <a:ext cx="1510308" cy="95648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7841C9-86F7-BA4C-B53C-087488086E93}">
      <dsp:nvSpPr>
        <dsp:cNvPr id="0" name=""/>
        <dsp:cNvSpPr/>
      </dsp:nvSpPr>
      <dsp:spPr>
        <a:xfrm>
          <a:off x="3480260" y="364"/>
          <a:ext cx="1269078" cy="4262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Converting to Lowercase</a:t>
          </a:r>
        </a:p>
      </dsp:txBody>
      <dsp:txXfrm>
        <a:off x="3492744" y="12848"/>
        <a:ext cx="1244110" cy="401277"/>
      </dsp:txXfrm>
    </dsp:sp>
    <dsp:sp modelId="{2C6EF55A-3D0E-7C4F-A5B7-7E2BE22193B5}">
      <dsp:nvSpPr>
        <dsp:cNvPr id="0" name=""/>
        <dsp:cNvSpPr/>
      </dsp:nvSpPr>
      <dsp:spPr>
        <a:xfrm rot="5400000">
          <a:off x="4034879" y="437265"/>
          <a:ext cx="159841" cy="19181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5400000">
        <a:off x="4057257" y="453249"/>
        <a:ext cx="115086" cy="111889"/>
      </dsp:txXfrm>
    </dsp:sp>
    <dsp:sp modelId="{9584BA78-A134-BB4B-BE20-9EF9F4F94437}">
      <dsp:nvSpPr>
        <dsp:cNvPr id="0" name=""/>
        <dsp:cNvSpPr/>
      </dsp:nvSpPr>
      <dsp:spPr>
        <a:xfrm>
          <a:off x="3480260" y="639731"/>
          <a:ext cx="1269078" cy="4262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Removing Punctuation</a:t>
          </a:r>
        </a:p>
      </dsp:txBody>
      <dsp:txXfrm>
        <a:off x="3492744" y="652215"/>
        <a:ext cx="1244110" cy="401277"/>
      </dsp:txXfrm>
    </dsp:sp>
    <dsp:sp modelId="{451B3344-2298-0242-9EB2-5E0C2AE4A395}">
      <dsp:nvSpPr>
        <dsp:cNvPr id="0" name=""/>
        <dsp:cNvSpPr/>
      </dsp:nvSpPr>
      <dsp:spPr>
        <a:xfrm rot="5400000">
          <a:off x="4034879" y="1076633"/>
          <a:ext cx="159841" cy="19181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5400000">
        <a:off x="4057257" y="1092617"/>
        <a:ext cx="115086" cy="111889"/>
      </dsp:txXfrm>
    </dsp:sp>
    <dsp:sp modelId="{24BCB50F-20C1-CC4D-9FF2-28705DE35099}">
      <dsp:nvSpPr>
        <dsp:cNvPr id="0" name=""/>
        <dsp:cNvSpPr/>
      </dsp:nvSpPr>
      <dsp:spPr>
        <a:xfrm>
          <a:off x="3480260" y="1279099"/>
          <a:ext cx="1269078" cy="4262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Removing HTML tags</a:t>
          </a:r>
        </a:p>
      </dsp:txBody>
      <dsp:txXfrm>
        <a:off x="3492744" y="1291583"/>
        <a:ext cx="1244110" cy="401277"/>
      </dsp:txXfrm>
    </dsp:sp>
    <dsp:sp modelId="{8F9ACAE2-A6D5-354A-8B15-B56CDCF8BA82}">
      <dsp:nvSpPr>
        <dsp:cNvPr id="0" name=""/>
        <dsp:cNvSpPr/>
      </dsp:nvSpPr>
      <dsp:spPr>
        <a:xfrm rot="5400000">
          <a:off x="4034879" y="1716000"/>
          <a:ext cx="159841" cy="19181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5400000">
        <a:off x="4057257" y="1731984"/>
        <a:ext cx="115086" cy="111889"/>
      </dsp:txXfrm>
    </dsp:sp>
    <dsp:sp modelId="{5F227757-4FE2-DE48-B16C-269B392CEF22}">
      <dsp:nvSpPr>
        <dsp:cNvPr id="0" name=""/>
        <dsp:cNvSpPr/>
      </dsp:nvSpPr>
      <dsp:spPr>
        <a:xfrm>
          <a:off x="3480260" y="1918467"/>
          <a:ext cx="1269078" cy="4262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Tokenize and Remove Stop Words</a:t>
          </a:r>
        </a:p>
      </dsp:txBody>
      <dsp:txXfrm>
        <a:off x="3492744" y="1930951"/>
        <a:ext cx="1244110" cy="401277"/>
      </dsp:txXfrm>
    </dsp:sp>
    <dsp:sp modelId="{98E147AA-9538-9942-A1D4-D22F9048883C}">
      <dsp:nvSpPr>
        <dsp:cNvPr id="0" name=""/>
        <dsp:cNvSpPr/>
      </dsp:nvSpPr>
      <dsp:spPr>
        <a:xfrm rot="5400000">
          <a:off x="4034879" y="2355368"/>
          <a:ext cx="159841" cy="19181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5400000">
        <a:off x="4057257" y="2371352"/>
        <a:ext cx="115086" cy="111889"/>
      </dsp:txXfrm>
    </dsp:sp>
    <dsp:sp modelId="{2431234D-2CE1-BF4B-9017-F4C5E58DF000}">
      <dsp:nvSpPr>
        <dsp:cNvPr id="0" name=""/>
        <dsp:cNvSpPr/>
      </dsp:nvSpPr>
      <dsp:spPr>
        <a:xfrm>
          <a:off x="3480260" y="2557834"/>
          <a:ext cx="1269078" cy="42624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Lemmatization</a:t>
          </a:r>
        </a:p>
      </dsp:txBody>
      <dsp:txXfrm>
        <a:off x="3492744" y="2570318"/>
        <a:ext cx="1244110" cy="40127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90DBD2-9019-7D44-9132-6ABEC37988F3}">
      <dsp:nvSpPr>
        <dsp:cNvPr id="0" name=""/>
        <dsp:cNvSpPr/>
      </dsp:nvSpPr>
      <dsp:spPr>
        <a:xfrm rot="5400000">
          <a:off x="-169405" y="170287"/>
          <a:ext cx="1129367" cy="790557"/>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a:t>Project Overview</a:t>
          </a:r>
        </a:p>
      </dsp:txBody>
      <dsp:txXfrm rot="-5400000">
        <a:off x="1" y="396161"/>
        <a:ext cx="790557" cy="338810"/>
      </dsp:txXfrm>
    </dsp:sp>
    <dsp:sp modelId="{23115117-33CA-6749-8FE4-33DF38C3C5F5}">
      <dsp:nvSpPr>
        <dsp:cNvPr id="0" name=""/>
        <dsp:cNvSpPr/>
      </dsp:nvSpPr>
      <dsp:spPr>
        <a:xfrm rot="5400000">
          <a:off x="4143034" y="-3351595"/>
          <a:ext cx="734088" cy="7439042"/>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t>Sentiment analysis on Amazon Fine Food Reviews to classify reviews as positive or negative with confidence. Utilizing various machine learning models, including Multinomial Naive Bayes, Logistic Regression, and Random Forest, we aimed to identify the most effective model for sentiment class</a:t>
          </a:r>
        </a:p>
      </dsp:txBody>
      <dsp:txXfrm rot="-5400000">
        <a:off x="790558" y="36716"/>
        <a:ext cx="7403207" cy="662418"/>
      </dsp:txXfrm>
    </dsp:sp>
    <dsp:sp modelId="{C5AB9E89-0603-9B45-AFD7-9E749FACE7D4}">
      <dsp:nvSpPr>
        <dsp:cNvPr id="0" name=""/>
        <dsp:cNvSpPr/>
      </dsp:nvSpPr>
      <dsp:spPr>
        <a:xfrm rot="5400000">
          <a:off x="-169405" y="1096943"/>
          <a:ext cx="1129367" cy="790557"/>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dirty="0"/>
            <a:t>Key Findings</a:t>
          </a:r>
        </a:p>
      </dsp:txBody>
      <dsp:txXfrm rot="-5400000">
        <a:off x="1" y="1322817"/>
        <a:ext cx="790557" cy="338810"/>
      </dsp:txXfrm>
    </dsp:sp>
    <dsp:sp modelId="{0404F2EC-8712-7344-BB1A-2F409E649412}">
      <dsp:nvSpPr>
        <dsp:cNvPr id="0" name=""/>
        <dsp:cNvSpPr/>
      </dsp:nvSpPr>
      <dsp:spPr>
        <a:xfrm rot="5400000">
          <a:off x="4143034" y="-2424938"/>
          <a:ext cx="734088" cy="7439042"/>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t>Logistic Regression emerged as the best-performing model with an accuracy of 93%, demonstrating strong performance on both positive and negative reviews.</a:t>
          </a:r>
        </a:p>
        <a:p>
          <a:pPr marL="114300" lvl="1" indent="-114300" algn="l" defTabSz="577850">
            <a:lnSpc>
              <a:spcPct val="90000"/>
            </a:lnSpc>
            <a:spcBef>
              <a:spcPct val="0"/>
            </a:spcBef>
            <a:spcAft>
              <a:spcPct val="15000"/>
            </a:spcAft>
            <a:buChar char="•"/>
          </a:pPr>
          <a:r>
            <a:rPr lang="en-US" sz="1300" kern="1200" dirty="0"/>
            <a:t>The application of SMOTE improved recall for negative reviews but slightly decreased overall accuracy.</a:t>
          </a:r>
        </a:p>
      </dsp:txBody>
      <dsp:txXfrm rot="-5400000">
        <a:off x="790558" y="963373"/>
        <a:ext cx="7403207" cy="662418"/>
      </dsp:txXfrm>
    </dsp:sp>
    <dsp:sp modelId="{AE188BD7-2E22-4749-9C95-E315E2BC8DF5}">
      <dsp:nvSpPr>
        <dsp:cNvPr id="0" name=""/>
        <dsp:cNvSpPr/>
      </dsp:nvSpPr>
      <dsp:spPr>
        <a:xfrm rot="5400000">
          <a:off x="-169405" y="2023599"/>
          <a:ext cx="1129367" cy="790557"/>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a:t>Potential Applications</a:t>
          </a:r>
        </a:p>
      </dsp:txBody>
      <dsp:txXfrm rot="-5400000">
        <a:off x="1" y="2249473"/>
        <a:ext cx="790557" cy="338810"/>
      </dsp:txXfrm>
    </dsp:sp>
    <dsp:sp modelId="{76E1B5FB-67D4-6148-81A1-8101902641A4}">
      <dsp:nvSpPr>
        <dsp:cNvPr id="0" name=""/>
        <dsp:cNvSpPr/>
      </dsp:nvSpPr>
      <dsp:spPr>
        <a:xfrm rot="5400000">
          <a:off x="4143034" y="-1498282"/>
          <a:ext cx="734088" cy="7439042"/>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8255" rIns="8255" bIns="8255"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t>Business Insights</a:t>
          </a:r>
        </a:p>
        <a:p>
          <a:pPr marL="114300" lvl="1" indent="-114300" algn="l" defTabSz="577850">
            <a:lnSpc>
              <a:spcPct val="90000"/>
            </a:lnSpc>
            <a:spcBef>
              <a:spcPct val="0"/>
            </a:spcBef>
            <a:spcAft>
              <a:spcPct val="15000"/>
            </a:spcAft>
            <a:buChar char="•"/>
          </a:pPr>
          <a:r>
            <a:rPr lang="en-US" sz="1300" kern="1200" dirty="0"/>
            <a:t>Market Research</a:t>
          </a:r>
        </a:p>
        <a:p>
          <a:pPr marL="114300" lvl="1" indent="-114300" algn="l" defTabSz="577850">
            <a:lnSpc>
              <a:spcPct val="90000"/>
            </a:lnSpc>
            <a:spcBef>
              <a:spcPct val="0"/>
            </a:spcBef>
            <a:spcAft>
              <a:spcPct val="15000"/>
            </a:spcAft>
            <a:buChar char="•"/>
          </a:pPr>
          <a:r>
            <a:rPr lang="en-US" sz="1300" kern="1200" dirty="0"/>
            <a:t>Automated Review Classification</a:t>
          </a:r>
        </a:p>
      </dsp:txBody>
      <dsp:txXfrm rot="-5400000">
        <a:off x="790558" y="1890029"/>
        <a:ext cx="7403207" cy="66241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E3AFF7-F5B6-4D47-A1DE-375BF2234446}">
      <dsp:nvSpPr>
        <dsp:cNvPr id="0" name=""/>
        <dsp:cNvSpPr/>
      </dsp:nvSpPr>
      <dsp:spPr>
        <a:xfrm rot="5400000">
          <a:off x="-171816" y="173218"/>
          <a:ext cx="1145445" cy="80181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Limitations</a:t>
          </a:r>
        </a:p>
      </dsp:txBody>
      <dsp:txXfrm rot="-5400000">
        <a:off x="2" y="402307"/>
        <a:ext cx="801811" cy="343634"/>
      </dsp:txXfrm>
    </dsp:sp>
    <dsp:sp modelId="{BB9CF363-64FB-3445-B2D0-BE5E1A1F22C1}">
      <dsp:nvSpPr>
        <dsp:cNvPr id="0" name=""/>
        <dsp:cNvSpPr/>
      </dsp:nvSpPr>
      <dsp:spPr>
        <a:xfrm rot="5400000">
          <a:off x="4173019" y="-3369806"/>
          <a:ext cx="744539" cy="748695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Class Imbalance</a:t>
          </a:r>
        </a:p>
        <a:p>
          <a:pPr marL="114300" lvl="1" indent="-114300" algn="l" defTabSz="622300">
            <a:lnSpc>
              <a:spcPct val="90000"/>
            </a:lnSpc>
            <a:spcBef>
              <a:spcPct val="0"/>
            </a:spcBef>
            <a:spcAft>
              <a:spcPct val="15000"/>
            </a:spcAft>
            <a:buChar char="•"/>
          </a:pPr>
          <a:r>
            <a:rPr lang="en-US" sz="1400" kern="1200" dirty="0"/>
            <a:t>Contextual Understanding</a:t>
          </a:r>
        </a:p>
        <a:p>
          <a:pPr marL="114300" lvl="1" indent="-114300" algn="l" defTabSz="622300">
            <a:lnSpc>
              <a:spcPct val="90000"/>
            </a:lnSpc>
            <a:spcBef>
              <a:spcPct val="0"/>
            </a:spcBef>
            <a:spcAft>
              <a:spcPct val="15000"/>
            </a:spcAft>
            <a:buChar char="•"/>
          </a:pPr>
          <a:r>
            <a:rPr lang="en-US" sz="1400" kern="1200" dirty="0"/>
            <a:t>Generalizability</a:t>
          </a:r>
        </a:p>
      </dsp:txBody>
      <dsp:txXfrm rot="-5400000">
        <a:off x="801812" y="37746"/>
        <a:ext cx="7450610" cy="671849"/>
      </dsp:txXfrm>
    </dsp:sp>
    <dsp:sp modelId="{CBB54B5F-1E02-B748-A8B5-574A3475F952}">
      <dsp:nvSpPr>
        <dsp:cNvPr id="0" name=""/>
        <dsp:cNvSpPr/>
      </dsp:nvSpPr>
      <dsp:spPr>
        <a:xfrm rot="5400000">
          <a:off x="-171816" y="1116476"/>
          <a:ext cx="1145445" cy="80181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Lessons Learned</a:t>
          </a:r>
        </a:p>
      </dsp:txBody>
      <dsp:txXfrm rot="-5400000">
        <a:off x="2" y="1345565"/>
        <a:ext cx="801811" cy="343634"/>
      </dsp:txXfrm>
    </dsp:sp>
    <dsp:sp modelId="{272FAA09-54EA-2F4E-8A85-69D35649E7A0}">
      <dsp:nvSpPr>
        <dsp:cNvPr id="0" name=""/>
        <dsp:cNvSpPr/>
      </dsp:nvSpPr>
      <dsp:spPr>
        <a:xfrm rot="5400000">
          <a:off x="4173019" y="-2426548"/>
          <a:ext cx="744539" cy="748695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Importance of  Data quality</a:t>
          </a:r>
        </a:p>
        <a:p>
          <a:pPr marL="114300" lvl="1" indent="-114300" algn="l" defTabSz="622300">
            <a:lnSpc>
              <a:spcPct val="90000"/>
            </a:lnSpc>
            <a:spcBef>
              <a:spcPct val="0"/>
            </a:spcBef>
            <a:spcAft>
              <a:spcPct val="15000"/>
            </a:spcAft>
            <a:buChar char="•"/>
          </a:pPr>
          <a:r>
            <a:rPr lang="en-US" sz="1400" kern="1200" dirty="0"/>
            <a:t>Model Selection Matters</a:t>
          </a:r>
        </a:p>
        <a:p>
          <a:pPr marL="114300" lvl="1" indent="-114300" algn="l" defTabSz="622300">
            <a:lnSpc>
              <a:spcPct val="90000"/>
            </a:lnSpc>
            <a:spcBef>
              <a:spcPct val="0"/>
            </a:spcBef>
            <a:spcAft>
              <a:spcPct val="15000"/>
            </a:spcAft>
            <a:buChar char="•"/>
          </a:pPr>
          <a:r>
            <a:rPr lang="en-US" sz="1400" kern="1200" dirty="0"/>
            <a:t>Iterative Improvement</a:t>
          </a:r>
        </a:p>
      </dsp:txBody>
      <dsp:txXfrm rot="-5400000">
        <a:off x="801812" y="981004"/>
        <a:ext cx="7450610" cy="671849"/>
      </dsp:txXfrm>
    </dsp:sp>
    <dsp:sp modelId="{AFEC186D-BC36-EA42-BFA6-FEE0B6FE602F}">
      <dsp:nvSpPr>
        <dsp:cNvPr id="0" name=""/>
        <dsp:cNvSpPr/>
      </dsp:nvSpPr>
      <dsp:spPr>
        <a:xfrm rot="5400000">
          <a:off x="-171816" y="2059733"/>
          <a:ext cx="1145445" cy="80181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Future Research Directions</a:t>
          </a:r>
        </a:p>
      </dsp:txBody>
      <dsp:txXfrm rot="-5400000">
        <a:off x="2" y="2288822"/>
        <a:ext cx="801811" cy="343634"/>
      </dsp:txXfrm>
    </dsp:sp>
    <dsp:sp modelId="{91758EA5-C0AE-7046-A718-62F8A6FE3CA8}">
      <dsp:nvSpPr>
        <dsp:cNvPr id="0" name=""/>
        <dsp:cNvSpPr/>
      </dsp:nvSpPr>
      <dsp:spPr>
        <a:xfrm rot="5400000">
          <a:off x="4173019" y="-1483290"/>
          <a:ext cx="744539" cy="7486955"/>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Advance Models</a:t>
          </a:r>
        </a:p>
        <a:p>
          <a:pPr marL="114300" lvl="1" indent="-114300" algn="l" defTabSz="622300">
            <a:lnSpc>
              <a:spcPct val="90000"/>
            </a:lnSpc>
            <a:spcBef>
              <a:spcPct val="0"/>
            </a:spcBef>
            <a:spcAft>
              <a:spcPct val="15000"/>
            </a:spcAft>
            <a:buChar char="•"/>
          </a:pPr>
          <a:r>
            <a:rPr lang="en-US" sz="1400" kern="1200" dirty="0"/>
            <a:t>Feature Engineering</a:t>
          </a:r>
        </a:p>
        <a:p>
          <a:pPr marL="114300" lvl="1" indent="-114300" algn="l" defTabSz="622300">
            <a:lnSpc>
              <a:spcPct val="90000"/>
            </a:lnSpc>
            <a:spcBef>
              <a:spcPct val="0"/>
            </a:spcBef>
            <a:spcAft>
              <a:spcPct val="15000"/>
            </a:spcAft>
            <a:buChar char="•"/>
          </a:pPr>
          <a:r>
            <a:rPr lang="en-US" sz="1400" kern="1200" dirty="0"/>
            <a:t>Broader Applications</a:t>
          </a:r>
        </a:p>
      </dsp:txBody>
      <dsp:txXfrm rot="-5400000">
        <a:off x="801812" y="1924262"/>
        <a:ext cx="7450610" cy="67184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1F2C5D-BBF4-4D0D-B830-3709558C3D76}" type="datetimeFigureOut">
              <a:rPr lang="en-US" smtClean="0"/>
              <a:t>12/9/24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473939-575F-4D13-B905-C9F18A1DA534}" type="slidenum">
              <a:rPr lang="en-US" smtClean="0"/>
              <a:t>‹#›</a:t>
            </a:fld>
            <a:endParaRPr lang="en-US"/>
          </a:p>
        </p:txBody>
      </p:sp>
    </p:spTree>
    <p:extLst>
      <p:ext uri="{BB962C8B-B14F-4D97-AF65-F5344CB8AC3E}">
        <p14:creationId xmlns:p14="http://schemas.microsoft.com/office/powerpoint/2010/main" val="2408828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463C41C-A487-0C45-A261-16903102544D}" type="datetimeFigureOut">
              <a:rPr lang="en-US" smtClean="0"/>
              <a:t>12/9/24</a:t>
            </a:fld>
            <a:endParaRPr lang="en-US"/>
          </a:p>
        </p:txBody>
      </p:sp>
      <p:sp>
        <p:nvSpPr>
          <p:cNvPr id="5" name="Footer Placeholder 4"/>
          <p:cNvSpPr>
            <a:spLocks noGrp="1"/>
          </p:cNvSpPr>
          <p:nvPr>
            <p:ph type="ftr" sz="quarter" idx="11"/>
          </p:nvPr>
        </p:nvSpPr>
        <p:spPr/>
        <p:txBody>
          <a:bodyPr/>
          <a:lstStyle/>
          <a:p>
            <a:r>
              <a:rPr lang="en-US" dirty="0"/>
              <a:t>URL</a:t>
            </a:r>
          </a:p>
        </p:txBody>
      </p:sp>
    </p:spTree>
    <p:extLst>
      <p:ext uri="{BB962C8B-B14F-4D97-AF65-F5344CB8AC3E}">
        <p14:creationId xmlns:p14="http://schemas.microsoft.com/office/powerpoint/2010/main" val="3387458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3C41C-A487-0C45-A261-16903102544D}" type="datetimeFigureOut">
              <a:rPr lang="en-US" smtClean="0"/>
              <a:t>12/9/24</a:t>
            </a:fld>
            <a:endParaRPr lang="en-US"/>
          </a:p>
        </p:txBody>
      </p:sp>
      <p:sp>
        <p:nvSpPr>
          <p:cNvPr id="5" name="Footer Placeholder 4"/>
          <p:cNvSpPr>
            <a:spLocks noGrp="1"/>
          </p:cNvSpPr>
          <p:nvPr>
            <p:ph type="ftr" sz="quarter" idx="11"/>
          </p:nvPr>
        </p:nvSpPr>
        <p:spPr/>
        <p:txBody>
          <a:bodyPr/>
          <a:lstStyle/>
          <a:p>
            <a:r>
              <a:rPr lang="en-US" dirty="0"/>
              <a:t>URL</a:t>
            </a:r>
          </a:p>
        </p:txBody>
      </p:sp>
    </p:spTree>
    <p:extLst>
      <p:ext uri="{BB962C8B-B14F-4D97-AF65-F5344CB8AC3E}">
        <p14:creationId xmlns:p14="http://schemas.microsoft.com/office/powerpoint/2010/main" val="3073516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63C41C-A487-0C45-A261-16903102544D}" type="datetimeFigureOut">
              <a:rPr lang="en-US" smtClean="0"/>
              <a:t>12/9/24</a:t>
            </a:fld>
            <a:endParaRPr lang="en-US"/>
          </a:p>
        </p:txBody>
      </p:sp>
      <p:sp>
        <p:nvSpPr>
          <p:cNvPr id="5" name="Footer Placeholder 4"/>
          <p:cNvSpPr>
            <a:spLocks noGrp="1"/>
          </p:cNvSpPr>
          <p:nvPr>
            <p:ph type="ftr" sz="quarter" idx="11"/>
          </p:nvPr>
        </p:nvSpPr>
        <p:spPr/>
        <p:txBody>
          <a:bodyPr/>
          <a:lstStyle/>
          <a:p>
            <a:r>
              <a:rPr lang="en-US" dirty="0"/>
              <a:t>URL</a:t>
            </a:r>
          </a:p>
        </p:txBody>
      </p:sp>
    </p:spTree>
    <p:extLst>
      <p:ext uri="{BB962C8B-B14F-4D97-AF65-F5344CB8AC3E}">
        <p14:creationId xmlns:p14="http://schemas.microsoft.com/office/powerpoint/2010/main" val="997952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451426"/>
            <a:ext cx="4038600" cy="317339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51426"/>
            <a:ext cx="4038600" cy="317339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463C41C-A487-0C45-A261-16903102544D}" type="datetimeFigureOut">
              <a:rPr lang="en-US" smtClean="0"/>
              <a:t>12/9/24</a:t>
            </a:fld>
            <a:endParaRPr lang="en-US"/>
          </a:p>
        </p:txBody>
      </p:sp>
      <p:sp>
        <p:nvSpPr>
          <p:cNvPr id="6" name="Footer Placeholder 5"/>
          <p:cNvSpPr>
            <a:spLocks noGrp="1"/>
          </p:cNvSpPr>
          <p:nvPr>
            <p:ph type="ftr" sz="quarter" idx="11"/>
          </p:nvPr>
        </p:nvSpPr>
        <p:spPr/>
        <p:txBody>
          <a:bodyPr/>
          <a:lstStyle/>
          <a:p>
            <a:r>
              <a:rPr lang="en-US" dirty="0"/>
              <a:t>URL</a:t>
            </a:r>
          </a:p>
        </p:txBody>
      </p:sp>
    </p:spTree>
    <p:extLst>
      <p:ext uri="{BB962C8B-B14F-4D97-AF65-F5344CB8AC3E}">
        <p14:creationId xmlns:p14="http://schemas.microsoft.com/office/powerpoint/2010/main" val="767819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199" y="1397255"/>
            <a:ext cx="4040188" cy="43620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199" y="1989969"/>
            <a:ext cx="4040188" cy="26940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397255"/>
            <a:ext cx="4041775" cy="43620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989969"/>
            <a:ext cx="4041775" cy="26940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63C41C-A487-0C45-A261-16903102544D}" type="datetimeFigureOut">
              <a:rPr lang="en-US" smtClean="0"/>
              <a:t>12/9/24</a:t>
            </a:fld>
            <a:endParaRPr lang="en-US"/>
          </a:p>
        </p:txBody>
      </p:sp>
      <p:sp>
        <p:nvSpPr>
          <p:cNvPr id="8" name="Footer Placeholder 7"/>
          <p:cNvSpPr>
            <a:spLocks noGrp="1"/>
          </p:cNvSpPr>
          <p:nvPr>
            <p:ph type="ftr" sz="quarter" idx="11"/>
          </p:nvPr>
        </p:nvSpPr>
        <p:spPr/>
        <p:txBody>
          <a:bodyPr/>
          <a:lstStyle/>
          <a:p>
            <a:r>
              <a:rPr lang="en-US" dirty="0"/>
              <a:t>URL</a:t>
            </a:r>
          </a:p>
        </p:txBody>
      </p:sp>
    </p:spTree>
    <p:extLst>
      <p:ext uri="{BB962C8B-B14F-4D97-AF65-F5344CB8AC3E}">
        <p14:creationId xmlns:p14="http://schemas.microsoft.com/office/powerpoint/2010/main" val="2205807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63C41C-A487-0C45-A261-16903102544D}" type="datetimeFigureOut">
              <a:rPr lang="en-US" smtClean="0"/>
              <a:t>12/9/24</a:t>
            </a:fld>
            <a:endParaRPr lang="en-US"/>
          </a:p>
        </p:txBody>
      </p:sp>
      <p:sp>
        <p:nvSpPr>
          <p:cNvPr id="4" name="Footer Placeholder 3"/>
          <p:cNvSpPr>
            <a:spLocks noGrp="1"/>
          </p:cNvSpPr>
          <p:nvPr>
            <p:ph type="ftr" sz="quarter" idx="11"/>
          </p:nvPr>
        </p:nvSpPr>
        <p:spPr/>
        <p:txBody>
          <a:bodyPr/>
          <a:lstStyle/>
          <a:p>
            <a:r>
              <a:rPr lang="en-US" dirty="0"/>
              <a:t>URL</a:t>
            </a:r>
          </a:p>
        </p:txBody>
      </p:sp>
    </p:spTree>
    <p:extLst>
      <p:ext uri="{BB962C8B-B14F-4D97-AF65-F5344CB8AC3E}">
        <p14:creationId xmlns:p14="http://schemas.microsoft.com/office/powerpoint/2010/main" val="2535540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63C41C-A487-0C45-A261-16903102544D}" type="datetimeFigureOut">
              <a:rPr lang="en-US" smtClean="0"/>
              <a:t>12/9/24</a:t>
            </a:fld>
            <a:endParaRPr lang="en-US"/>
          </a:p>
        </p:txBody>
      </p:sp>
      <p:sp>
        <p:nvSpPr>
          <p:cNvPr id="3" name="Footer Placeholder 2"/>
          <p:cNvSpPr>
            <a:spLocks noGrp="1"/>
          </p:cNvSpPr>
          <p:nvPr>
            <p:ph type="ftr" sz="quarter" idx="11"/>
          </p:nvPr>
        </p:nvSpPr>
        <p:spPr/>
        <p:txBody>
          <a:bodyPr/>
          <a:lstStyle/>
          <a:p>
            <a:r>
              <a:rPr lang="en-US" dirty="0"/>
              <a:t>URL</a:t>
            </a:r>
          </a:p>
        </p:txBody>
      </p:sp>
    </p:spTree>
    <p:extLst>
      <p:ext uri="{BB962C8B-B14F-4D97-AF65-F5344CB8AC3E}">
        <p14:creationId xmlns:p14="http://schemas.microsoft.com/office/powerpoint/2010/main" val="1410809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679122"/>
            <a:ext cx="3008313" cy="77736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679122"/>
            <a:ext cx="5111750" cy="391550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609519"/>
            <a:ext cx="3008313" cy="298510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63C41C-A487-0C45-A261-16903102544D}" type="datetimeFigureOut">
              <a:rPr lang="en-US" smtClean="0"/>
              <a:t>12/9/24</a:t>
            </a:fld>
            <a:endParaRPr lang="en-US"/>
          </a:p>
        </p:txBody>
      </p:sp>
      <p:sp>
        <p:nvSpPr>
          <p:cNvPr id="6" name="Footer Placeholder 5"/>
          <p:cNvSpPr>
            <a:spLocks noGrp="1"/>
          </p:cNvSpPr>
          <p:nvPr>
            <p:ph type="ftr" sz="quarter" idx="11"/>
          </p:nvPr>
        </p:nvSpPr>
        <p:spPr/>
        <p:txBody>
          <a:bodyPr/>
          <a:lstStyle/>
          <a:p>
            <a:r>
              <a:rPr lang="en-US" dirty="0"/>
              <a:t>URL</a:t>
            </a:r>
          </a:p>
        </p:txBody>
      </p:sp>
    </p:spTree>
    <p:extLst>
      <p:ext uri="{BB962C8B-B14F-4D97-AF65-F5344CB8AC3E}">
        <p14:creationId xmlns:p14="http://schemas.microsoft.com/office/powerpoint/2010/main" val="2373430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858517"/>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717648"/>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283570"/>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08032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02644"/>
            <a:ext cx="8229600" cy="64406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10179"/>
            <a:ext cx="8229600" cy="298444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463C41C-A487-0C45-A261-16903102544D}" type="datetimeFigureOut">
              <a:rPr lang="en-US" smtClean="0"/>
              <a:t>12/9/24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URL</a:t>
            </a:r>
          </a:p>
        </p:txBody>
      </p:sp>
      <p:pic>
        <p:nvPicPr>
          <p:cNvPr id="7" name="Picture 6" descr="MD-flag-background-ppt.png"/>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0"/>
            <a:ext cx="9143999" cy="571500"/>
          </a:xfrm>
          <a:prstGeom prst="rect">
            <a:avLst/>
          </a:prstGeom>
        </p:spPr>
      </p:pic>
      <p:pic>
        <p:nvPicPr>
          <p:cNvPr id="8" name="Picture 7" descr="UMBC-primary-logo-CMYK-on-black.png"/>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294287" y="86177"/>
            <a:ext cx="1749252" cy="402989"/>
          </a:xfrm>
          <a:prstGeom prst="rect">
            <a:avLst/>
          </a:prstGeom>
        </p:spPr>
      </p:pic>
      <p:pic>
        <p:nvPicPr>
          <p:cNvPr id="10" name="Picture 9" descr="corner-element.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919918" y="3901058"/>
            <a:ext cx="1224081" cy="1242442"/>
          </a:xfrm>
          <a:prstGeom prst="rect">
            <a:avLst/>
          </a:prstGeom>
          <a:noFill/>
          <a:ln>
            <a:noFill/>
          </a:ln>
        </p:spPr>
      </p:pic>
    </p:spTree>
    <p:extLst>
      <p:ext uri="{BB962C8B-B14F-4D97-AF65-F5344CB8AC3E}">
        <p14:creationId xmlns:p14="http://schemas.microsoft.com/office/powerpoint/2010/main" val="802903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gowtham-karaka/" TargetMode="External"/><Relationship Id="rId2" Type="http://schemas.openxmlformats.org/officeDocument/2006/relationships/hyperlink" Target="https://github.com/gkk432/UMBC-DATA606-Capston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DBA3C28-0449-8252-05F9-F29F366AC567}"/>
              </a:ext>
            </a:extLst>
          </p:cNvPr>
          <p:cNvSpPr txBox="1"/>
          <p:nvPr/>
        </p:nvSpPr>
        <p:spPr>
          <a:xfrm>
            <a:off x="-767080" y="680567"/>
            <a:ext cx="10678160" cy="954107"/>
          </a:xfrm>
          <a:prstGeom prst="rect">
            <a:avLst/>
          </a:prstGeom>
          <a:noFill/>
        </p:spPr>
        <p:txBody>
          <a:bodyPr wrap="square">
            <a:spAutoFit/>
          </a:bodyPr>
          <a:lstStyle/>
          <a:p>
            <a:pPr algn="ctr"/>
            <a:r>
              <a:rPr lang="en-US" sz="2800" b="1" i="0" dirty="0">
                <a:solidFill>
                  <a:srgbClr val="0D0D0D"/>
                </a:solidFill>
                <a:effectLst/>
              </a:rPr>
              <a:t>Decoding Customer Sentiment : Analyzing </a:t>
            </a:r>
          </a:p>
          <a:p>
            <a:pPr algn="ctr"/>
            <a:r>
              <a:rPr lang="en-US" sz="2800" b="1" i="0" dirty="0">
                <a:solidFill>
                  <a:srgbClr val="0D0D0D"/>
                </a:solidFill>
                <a:effectLst/>
              </a:rPr>
              <a:t>Amazon Fine Food Reviews with ML</a:t>
            </a:r>
            <a:endParaRPr lang="en-US" sz="2800" dirty="0"/>
          </a:p>
        </p:txBody>
      </p:sp>
      <p:sp>
        <p:nvSpPr>
          <p:cNvPr id="6" name="TextBox 5">
            <a:extLst>
              <a:ext uri="{FF2B5EF4-FFF2-40B4-BE49-F238E27FC236}">
                <a16:creationId xmlns:a16="http://schemas.microsoft.com/office/drawing/2014/main" id="{8BB56605-A0F8-E1F7-304B-71F5351F4C15}"/>
              </a:ext>
            </a:extLst>
          </p:cNvPr>
          <p:cNvSpPr txBox="1"/>
          <p:nvPr/>
        </p:nvSpPr>
        <p:spPr>
          <a:xfrm>
            <a:off x="1228452" y="1377324"/>
            <a:ext cx="7152640" cy="1477328"/>
          </a:xfrm>
          <a:prstGeom prst="rect">
            <a:avLst/>
          </a:prstGeom>
          <a:noFill/>
        </p:spPr>
        <p:txBody>
          <a:bodyPr wrap="square">
            <a:spAutoFit/>
          </a:bodyPr>
          <a:lstStyle/>
          <a:p>
            <a:pPr algn="ctr"/>
            <a:endParaRPr lang="en-US" i="0" dirty="0">
              <a:solidFill>
                <a:srgbClr val="1F2328"/>
              </a:solidFill>
              <a:effectLst/>
            </a:endParaRPr>
          </a:p>
          <a:p>
            <a:pPr algn="ctr"/>
            <a:r>
              <a:rPr lang="en-US" i="0" dirty="0">
                <a:solidFill>
                  <a:srgbClr val="1F2328"/>
                </a:solidFill>
                <a:effectLst/>
              </a:rPr>
              <a:t>UMBC Data Science Master Degree Capstone</a:t>
            </a:r>
          </a:p>
          <a:p>
            <a:pPr algn="ctr"/>
            <a:r>
              <a:rPr lang="en-US" i="0" dirty="0">
                <a:solidFill>
                  <a:srgbClr val="1F2328"/>
                </a:solidFill>
                <a:effectLst/>
              </a:rPr>
              <a:t>Dr. </a:t>
            </a:r>
            <a:r>
              <a:rPr lang="en-US" i="0" dirty="0" err="1">
                <a:solidFill>
                  <a:srgbClr val="1F2328"/>
                </a:solidFill>
                <a:effectLst/>
              </a:rPr>
              <a:t>Chaojie</a:t>
            </a:r>
            <a:r>
              <a:rPr lang="en-US" i="0" dirty="0">
                <a:solidFill>
                  <a:srgbClr val="1F2328"/>
                </a:solidFill>
                <a:effectLst/>
              </a:rPr>
              <a:t> (Jay) Wang</a:t>
            </a:r>
          </a:p>
          <a:p>
            <a:pPr algn="ctr"/>
            <a:endParaRPr lang="en-US" dirty="0">
              <a:solidFill>
                <a:srgbClr val="1F2328"/>
              </a:solidFill>
            </a:endParaRPr>
          </a:p>
          <a:p>
            <a:pPr algn="ctr"/>
            <a:endParaRPr lang="en-US" dirty="0"/>
          </a:p>
        </p:txBody>
      </p:sp>
      <p:sp>
        <p:nvSpPr>
          <p:cNvPr id="9" name="TextBox 8">
            <a:extLst>
              <a:ext uri="{FF2B5EF4-FFF2-40B4-BE49-F238E27FC236}">
                <a16:creationId xmlns:a16="http://schemas.microsoft.com/office/drawing/2014/main" id="{BBFDE035-A8A6-D295-31BE-32242CEC54A1}"/>
              </a:ext>
            </a:extLst>
          </p:cNvPr>
          <p:cNvSpPr txBox="1"/>
          <p:nvPr/>
        </p:nvSpPr>
        <p:spPr>
          <a:xfrm>
            <a:off x="190863" y="2420715"/>
            <a:ext cx="8392160" cy="1477328"/>
          </a:xfrm>
          <a:prstGeom prst="rect">
            <a:avLst/>
          </a:prstGeom>
          <a:noFill/>
        </p:spPr>
        <p:txBody>
          <a:bodyPr wrap="square">
            <a:spAutoFit/>
          </a:bodyPr>
          <a:lstStyle/>
          <a:p>
            <a:pPr algn="ctr"/>
            <a:r>
              <a:rPr lang="en-US" b="1" i="0" dirty="0">
                <a:solidFill>
                  <a:srgbClr val="1F2328"/>
                </a:solidFill>
                <a:effectLst/>
              </a:rPr>
              <a:t>Author Name:</a:t>
            </a:r>
            <a:r>
              <a:rPr lang="en-US" b="0" i="0" dirty="0">
                <a:solidFill>
                  <a:srgbClr val="1F2328"/>
                </a:solidFill>
                <a:effectLst/>
              </a:rPr>
              <a:t> Gowtham Karaka, YM74533</a:t>
            </a:r>
          </a:p>
          <a:p>
            <a:pPr algn="ctr"/>
            <a:r>
              <a:rPr lang="en-US" dirty="0">
                <a:solidFill>
                  <a:srgbClr val="1F2328"/>
                </a:solidFill>
              </a:rPr>
              <a:t>              </a:t>
            </a:r>
            <a:endParaRPr lang="en-US" b="0" i="0" dirty="0">
              <a:solidFill>
                <a:srgbClr val="1F2328"/>
              </a:solidFill>
              <a:effectLst/>
            </a:endParaRPr>
          </a:p>
          <a:p>
            <a:pPr algn="ctr"/>
            <a:r>
              <a:rPr lang="en-US" b="1" i="0" dirty="0">
                <a:solidFill>
                  <a:srgbClr val="1F2328"/>
                </a:solidFill>
                <a:effectLst/>
              </a:rPr>
              <a:t>GitHub Profile:</a:t>
            </a:r>
            <a:r>
              <a:rPr lang="en-US" b="0" i="0" dirty="0">
                <a:solidFill>
                  <a:srgbClr val="1F2328"/>
                </a:solidFill>
                <a:effectLst/>
              </a:rPr>
              <a:t> </a:t>
            </a:r>
            <a:r>
              <a:rPr lang="en-US" b="0" i="0" dirty="0">
                <a:solidFill>
                  <a:srgbClr val="1F2328"/>
                </a:solidFill>
                <a:effectLst/>
                <a:hlinkClick r:id="rId2"/>
              </a:rPr>
              <a:t>https://</a:t>
            </a:r>
            <a:r>
              <a:rPr lang="en-US" b="0" i="0" dirty="0" err="1">
                <a:solidFill>
                  <a:srgbClr val="1F2328"/>
                </a:solidFill>
                <a:effectLst/>
                <a:hlinkClick r:id="rId2"/>
              </a:rPr>
              <a:t>github.com</a:t>
            </a:r>
            <a:r>
              <a:rPr lang="en-US" b="0" i="0" dirty="0">
                <a:solidFill>
                  <a:srgbClr val="1F2328"/>
                </a:solidFill>
                <a:effectLst/>
                <a:hlinkClick r:id="rId2"/>
              </a:rPr>
              <a:t>/gkk432/UMBC-DATA606-Capstone</a:t>
            </a:r>
            <a:endParaRPr lang="en-US" b="0" i="0" u="sng" dirty="0">
              <a:solidFill>
                <a:srgbClr val="1F2328"/>
              </a:solidFill>
              <a:effectLst/>
            </a:endParaRPr>
          </a:p>
          <a:p>
            <a:pPr algn="ctr"/>
            <a:endParaRPr lang="en-US" b="0" i="0" dirty="0">
              <a:solidFill>
                <a:srgbClr val="1F2328"/>
              </a:solidFill>
              <a:effectLst/>
            </a:endParaRPr>
          </a:p>
          <a:p>
            <a:pPr algn="ctr"/>
            <a:r>
              <a:rPr lang="en-US" b="1" i="0" dirty="0">
                <a:solidFill>
                  <a:srgbClr val="1F2328"/>
                </a:solidFill>
                <a:effectLst/>
              </a:rPr>
              <a:t>LinkedIn Profile:</a:t>
            </a:r>
            <a:r>
              <a:rPr lang="en-US" b="0" i="0" dirty="0">
                <a:solidFill>
                  <a:srgbClr val="1F2328"/>
                </a:solidFill>
                <a:effectLst/>
              </a:rPr>
              <a:t> </a:t>
            </a:r>
            <a:r>
              <a:rPr lang="en-US" b="0" i="0" dirty="0">
                <a:solidFill>
                  <a:srgbClr val="1F2328"/>
                </a:solidFill>
                <a:effectLst/>
                <a:hlinkClick r:id="rId3"/>
              </a:rPr>
              <a:t>https://</a:t>
            </a:r>
            <a:r>
              <a:rPr lang="en-US" b="0" i="0" dirty="0" err="1">
                <a:solidFill>
                  <a:srgbClr val="1F2328"/>
                </a:solidFill>
                <a:effectLst/>
                <a:hlinkClick r:id="rId3"/>
              </a:rPr>
              <a:t>www.linkedin.com</a:t>
            </a:r>
            <a:r>
              <a:rPr lang="en-US" b="0" i="0" dirty="0">
                <a:solidFill>
                  <a:srgbClr val="1F2328"/>
                </a:solidFill>
                <a:effectLst/>
                <a:hlinkClick r:id="rId3"/>
              </a:rPr>
              <a:t>/in/</a:t>
            </a:r>
            <a:r>
              <a:rPr lang="en-US" b="0" i="0" dirty="0" err="1">
                <a:solidFill>
                  <a:srgbClr val="1F2328"/>
                </a:solidFill>
                <a:effectLst/>
                <a:hlinkClick r:id="rId3"/>
              </a:rPr>
              <a:t>gowtham</a:t>
            </a:r>
            <a:r>
              <a:rPr lang="en-US" b="0" i="0" dirty="0">
                <a:solidFill>
                  <a:srgbClr val="1F2328"/>
                </a:solidFill>
                <a:effectLst/>
                <a:hlinkClick r:id="rId3"/>
              </a:rPr>
              <a:t>-karaka/</a:t>
            </a:r>
            <a:endParaRPr lang="en-US" b="0" i="0" dirty="0">
              <a:solidFill>
                <a:srgbClr val="1F2328"/>
              </a:solidFill>
              <a:effectLst/>
            </a:endParaRPr>
          </a:p>
        </p:txBody>
      </p:sp>
    </p:spTree>
    <p:extLst>
      <p:ext uri="{BB962C8B-B14F-4D97-AF65-F5344CB8AC3E}">
        <p14:creationId xmlns:p14="http://schemas.microsoft.com/office/powerpoint/2010/main" val="2689409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0B2C-168D-C6E4-5B13-E421BAA4365C}"/>
              </a:ext>
            </a:extLst>
          </p:cNvPr>
          <p:cNvSpPr>
            <a:spLocks noGrp="1"/>
          </p:cNvSpPr>
          <p:nvPr>
            <p:ph type="title"/>
          </p:nvPr>
        </p:nvSpPr>
        <p:spPr/>
        <p:txBody>
          <a:bodyPr/>
          <a:lstStyle/>
          <a:p>
            <a:r>
              <a:rPr lang="en-US" dirty="0"/>
              <a:t>Introduction</a:t>
            </a:r>
          </a:p>
        </p:txBody>
      </p:sp>
      <p:pic>
        <p:nvPicPr>
          <p:cNvPr id="6" name="Content Placeholder 5" descr="A white board with a drawing of a positive and negative&#10;&#10;Description automatically generated">
            <a:extLst>
              <a:ext uri="{FF2B5EF4-FFF2-40B4-BE49-F238E27FC236}">
                <a16:creationId xmlns:a16="http://schemas.microsoft.com/office/drawing/2014/main" id="{FDACDBC2-F7CB-C2B5-87BB-267C977C725A}"/>
              </a:ext>
            </a:extLst>
          </p:cNvPr>
          <p:cNvPicPr>
            <a:picLocks noGrp="1" noChangeAspect="1"/>
          </p:cNvPicPr>
          <p:nvPr>
            <p:ph idx="1"/>
          </p:nvPr>
        </p:nvPicPr>
        <p:blipFill>
          <a:blip r:embed="rId2"/>
          <a:stretch>
            <a:fillRect/>
          </a:stretch>
        </p:blipFill>
        <p:spPr>
          <a:xfrm>
            <a:off x="4173537" y="679450"/>
            <a:ext cx="3914775" cy="3914775"/>
          </a:xfrm>
        </p:spPr>
      </p:pic>
      <p:sp>
        <p:nvSpPr>
          <p:cNvPr id="4" name="Text Placeholder 3">
            <a:extLst>
              <a:ext uri="{FF2B5EF4-FFF2-40B4-BE49-F238E27FC236}">
                <a16:creationId xmlns:a16="http://schemas.microsoft.com/office/drawing/2014/main" id="{37A6F3D1-E150-E127-2510-2F07B0238EF7}"/>
              </a:ext>
            </a:extLst>
          </p:cNvPr>
          <p:cNvSpPr>
            <a:spLocks noGrp="1"/>
          </p:cNvSpPr>
          <p:nvPr>
            <p:ph type="body" sz="half" idx="2"/>
          </p:nvPr>
        </p:nvSpPr>
        <p:spPr/>
        <p:txBody>
          <a:bodyPr/>
          <a:lstStyle/>
          <a:p>
            <a:pPr marL="285750" indent="-285750">
              <a:buFont typeface="Arial" panose="020B0604020202020204" pitchFamily="34" charset="0"/>
              <a:buChar char="•"/>
            </a:pPr>
            <a:r>
              <a:rPr lang="en-US" sz="1400" b="0" i="0" dirty="0">
                <a:solidFill>
                  <a:srgbClr val="1F2328"/>
                </a:solidFill>
                <a:effectLst/>
                <a:latin typeface="+mj-lt"/>
              </a:rPr>
              <a:t>In today’s digital age, the vast amount of user-generated content on platforms like Amazon provides valuable insights into consumer preferences and opinions. </a:t>
            </a:r>
          </a:p>
          <a:p>
            <a:pPr marL="285750" indent="-285750">
              <a:buFont typeface="Arial" panose="020B0604020202020204" pitchFamily="34" charset="0"/>
              <a:buChar char="•"/>
            </a:pPr>
            <a:r>
              <a:rPr lang="en-US" sz="1400" b="0" i="0" dirty="0">
                <a:solidFill>
                  <a:srgbClr val="1F2328"/>
                </a:solidFill>
                <a:effectLst/>
                <a:latin typeface="+mj-lt"/>
              </a:rPr>
              <a:t>This project focuses on sentiment analysis of Amazon Fine Food Reviews, aiming to classify reviews as positive or negative based on the sentiments expressed within them.</a:t>
            </a:r>
          </a:p>
          <a:p>
            <a:endParaRPr lang="en-US" dirty="0"/>
          </a:p>
        </p:txBody>
      </p:sp>
    </p:spTree>
    <p:extLst>
      <p:ext uri="{BB962C8B-B14F-4D97-AF65-F5344CB8AC3E}">
        <p14:creationId xmlns:p14="http://schemas.microsoft.com/office/powerpoint/2010/main" val="792028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660F441-918A-ED4B-8851-0191FE09C07D}"/>
              </a:ext>
            </a:extLst>
          </p:cNvPr>
          <p:cNvSpPr>
            <a:spLocks noGrp="1"/>
          </p:cNvSpPr>
          <p:nvPr>
            <p:ph type="title"/>
          </p:nvPr>
        </p:nvSpPr>
        <p:spPr>
          <a:xfrm>
            <a:off x="457200" y="702644"/>
            <a:ext cx="8229600" cy="644065"/>
          </a:xfrm>
        </p:spPr>
        <p:txBody>
          <a:bodyPr>
            <a:normAutofit fontScale="90000"/>
          </a:bodyPr>
          <a:lstStyle/>
          <a:p>
            <a:r>
              <a:rPr lang="en-US" dirty="0"/>
              <a:t>Dataset Overview</a:t>
            </a:r>
          </a:p>
        </p:txBody>
      </p:sp>
      <p:pic>
        <p:nvPicPr>
          <p:cNvPr id="4" name="Picture 3" descr="A screenshot of a computer&#10;&#10;Description automatically generated">
            <a:extLst>
              <a:ext uri="{FF2B5EF4-FFF2-40B4-BE49-F238E27FC236}">
                <a16:creationId xmlns:a16="http://schemas.microsoft.com/office/drawing/2014/main" id="{1743AB49-2C5C-0F6A-9812-28991C89A84E}"/>
              </a:ext>
            </a:extLst>
          </p:cNvPr>
          <p:cNvPicPr>
            <a:picLocks noChangeAspect="1"/>
          </p:cNvPicPr>
          <p:nvPr/>
        </p:nvPicPr>
        <p:blipFill>
          <a:blip r:embed="rId2"/>
          <a:stretch>
            <a:fillRect/>
          </a:stretch>
        </p:blipFill>
        <p:spPr>
          <a:xfrm>
            <a:off x="200156" y="1313741"/>
            <a:ext cx="8151908" cy="3566459"/>
          </a:xfrm>
          <a:prstGeom prst="rect">
            <a:avLst/>
          </a:prstGeom>
          <a:noFill/>
          <a:ln>
            <a:solidFill>
              <a:schemeClr val="accent1"/>
            </a:solidFill>
          </a:ln>
        </p:spPr>
      </p:pic>
    </p:spTree>
    <p:extLst>
      <p:ext uri="{BB962C8B-B14F-4D97-AF65-F5344CB8AC3E}">
        <p14:creationId xmlns:p14="http://schemas.microsoft.com/office/powerpoint/2010/main" val="143264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8CA75-68A7-451B-75EF-A6696893F5EE}"/>
              </a:ext>
            </a:extLst>
          </p:cNvPr>
          <p:cNvSpPr>
            <a:spLocks noGrp="1"/>
          </p:cNvSpPr>
          <p:nvPr>
            <p:ph type="title"/>
          </p:nvPr>
        </p:nvSpPr>
        <p:spPr/>
        <p:txBody>
          <a:bodyPr>
            <a:normAutofit fontScale="90000"/>
          </a:bodyPr>
          <a:lstStyle/>
          <a:p>
            <a:r>
              <a:rPr lang="en-US" dirty="0"/>
              <a:t>About the Data</a:t>
            </a:r>
          </a:p>
        </p:txBody>
      </p:sp>
      <p:graphicFrame>
        <p:nvGraphicFramePr>
          <p:cNvPr id="5" name="Content Placeholder 4">
            <a:extLst>
              <a:ext uri="{FF2B5EF4-FFF2-40B4-BE49-F238E27FC236}">
                <a16:creationId xmlns:a16="http://schemas.microsoft.com/office/drawing/2014/main" id="{DDBF6B1C-E1E7-8AD2-C004-049721C6BF5B}"/>
              </a:ext>
            </a:extLst>
          </p:cNvPr>
          <p:cNvGraphicFramePr>
            <a:graphicFrameLocks noGrp="1"/>
          </p:cNvGraphicFramePr>
          <p:nvPr>
            <p:ph sz="half" idx="1"/>
            <p:extLst>
              <p:ext uri="{D42A27DB-BD31-4B8C-83A1-F6EECF244321}">
                <p14:modId xmlns:p14="http://schemas.microsoft.com/office/powerpoint/2010/main" val="3720959711"/>
              </p:ext>
            </p:extLst>
          </p:nvPr>
        </p:nvGraphicFramePr>
        <p:xfrm>
          <a:off x="457200" y="1451426"/>
          <a:ext cx="4038600" cy="31733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Content Placeholder 7">
            <a:extLst>
              <a:ext uri="{FF2B5EF4-FFF2-40B4-BE49-F238E27FC236}">
                <a16:creationId xmlns:a16="http://schemas.microsoft.com/office/drawing/2014/main" id="{E9B6D591-04DF-A123-6EBE-BA0862E119C4}"/>
              </a:ext>
            </a:extLst>
          </p:cNvPr>
          <p:cNvGraphicFramePr>
            <a:graphicFrameLocks noGrp="1"/>
          </p:cNvGraphicFramePr>
          <p:nvPr>
            <p:ph sz="half" idx="2"/>
            <p:extLst>
              <p:ext uri="{D42A27DB-BD31-4B8C-83A1-F6EECF244321}">
                <p14:modId xmlns:p14="http://schemas.microsoft.com/office/powerpoint/2010/main" val="1047077367"/>
              </p:ext>
            </p:extLst>
          </p:nvPr>
        </p:nvGraphicFramePr>
        <p:xfrm>
          <a:off x="4648200" y="1451426"/>
          <a:ext cx="4038600" cy="317339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818158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32809-2799-A140-B1CF-F4A2BC3E229E}"/>
              </a:ext>
            </a:extLst>
          </p:cNvPr>
          <p:cNvSpPr>
            <a:spLocks noGrp="1"/>
          </p:cNvSpPr>
          <p:nvPr>
            <p:ph type="title"/>
          </p:nvPr>
        </p:nvSpPr>
        <p:spPr/>
        <p:txBody>
          <a:bodyPr>
            <a:normAutofit fontScale="90000"/>
          </a:bodyPr>
          <a:lstStyle/>
          <a:p>
            <a:r>
              <a:rPr lang="en-US" dirty="0"/>
              <a:t>Data Cleaning</a:t>
            </a:r>
          </a:p>
        </p:txBody>
      </p:sp>
      <p:graphicFrame>
        <p:nvGraphicFramePr>
          <p:cNvPr id="10" name="Content Placeholder 9">
            <a:extLst>
              <a:ext uri="{FF2B5EF4-FFF2-40B4-BE49-F238E27FC236}">
                <a16:creationId xmlns:a16="http://schemas.microsoft.com/office/drawing/2014/main" id="{0DEB9951-326F-35C7-46CE-514D0EFF0A7C}"/>
              </a:ext>
            </a:extLst>
          </p:cNvPr>
          <p:cNvGraphicFramePr>
            <a:graphicFrameLocks noGrp="1"/>
          </p:cNvGraphicFramePr>
          <p:nvPr>
            <p:ph idx="1"/>
            <p:extLst>
              <p:ext uri="{D42A27DB-BD31-4B8C-83A1-F6EECF244321}">
                <p14:modId xmlns:p14="http://schemas.microsoft.com/office/powerpoint/2010/main" val="3787847323"/>
              </p:ext>
            </p:extLst>
          </p:nvPr>
        </p:nvGraphicFramePr>
        <p:xfrm>
          <a:off x="457200" y="1439176"/>
          <a:ext cx="8399124" cy="26499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86495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4EB61-E253-A615-3C7E-0CBDB38EA0B2}"/>
              </a:ext>
            </a:extLst>
          </p:cNvPr>
          <p:cNvSpPr>
            <a:spLocks noGrp="1"/>
          </p:cNvSpPr>
          <p:nvPr>
            <p:ph type="title"/>
          </p:nvPr>
        </p:nvSpPr>
        <p:spPr/>
        <p:txBody>
          <a:bodyPr>
            <a:normAutofit fontScale="90000"/>
          </a:bodyPr>
          <a:lstStyle/>
          <a:p>
            <a:r>
              <a:rPr lang="en-US" dirty="0"/>
              <a:t>Exploratory Data Analysis</a:t>
            </a:r>
          </a:p>
        </p:txBody>
      </p:sp>
      <p:pic>
        <p:nvPicPr>
          <p:cNvPr id="5" name="Content Placeholder 4" descr="A graph showing the number of reviews per year&#10;&#10;Description automatically generated">
            <a:extLst>
              <a:ext uri="{FF2B5EF4-FFF2-40B4-BE49-F238E27FC236}">
                <a16:creationId xmlns:a16="http://schemas.microsoft.com/office/drawing/2014/main" id="{792D361C-C27A-4CCD-DF91-EF61B9067346}"/>
              </a:ext>
            </a:extLst>
          </p:cNvPr>
          <p:cNvPicPr>
            <a:picLocks noGrp="1" noChangeAspect="1"/>
          </p:cNvPicPr>
          <p:nvPr>
            <p:ph idx="1"/>
          </p:nvPr>
        </p:nvPicPr>
        <p:blipFill>
          <a:blip r:embed="rId2"/>
          <a:stretch>
            <a:fillRect/>
          </a:stretch>
        </p:blipFill>
        <p:spPr>
          <a:xfrm>
            <a:off x="925158" y="1316201"/>
            <a:ext cx="6694259" cy="3278024"/>
          </a:xfrm>
        </p:spPr>
      </p:pic>
    </p:spTree>
    <p:extLst>
      <p:ext uri="{BB962C8B-B14F-4D97-AF65-F5344CB8AC3E}">
        <p14:creationId xmlns:p14="http://schemas.microsoft.com/office/powerpoint/2010/main" val="1530951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graph showing the number of products with positive and negative reviews&#10;&#10;Description automatically generated">
            <a:extLst>
              <a:ext uri="{FF2B5EF4-FFF2-40B4-BE49-F238E27FC236}">
                <a16:creationId xmlns:a16="http://schemas.microsoft.com/office/drawing/2014/main" id="{33403C56-0122-5973-568A-1DA2738B3597}"/>
              </a:ext>
            </a:extLst>
          </p:cNvPr>
          <p:cNvPicPr>
            <a:picLocks noGrp="1" noChangeAspect="1"/>
          </p:cNvPicPr>
          <p:nvPr>
            <p:ph sz="half" idx="1"/>
          </p:nvPr>
        </p:nvPicPr>
        <p:blipFill>
          <a:blip r:embed="rId2"/>
          <a:stretch>
            <a:fillRect/>
          </a:stretch>
        </p:blipFill>
        <p:spPr>
          <a:xfrm>
            <a:off x="510988" y="978947"/>
            <a:ext cx="3424369" cy="3310180"/>
          </a:xfrm>
        </p:spPr>
      </p:pic>
      <p:pic>
        <p:nvPicPr>
          <p:cNvPr id="13" name="Content Placeholder 12" descr="A diagram of a distribution of a positive and negative&#10;&#10;Description automatically generated">
            <a:extLst>
              <a:ext uri="{FF2B5EF4-FFF2-40B4-BE49-F238E27FC236}">
                <a16:creationId xmlns:a16="http://schemas.microsoft.com/office/drawing/2014/main" id="{161987AA-5117-7FC8-32BF-F7FF7B3DC0E8}"/>
              </a:ext>
            </a:extLst>
          </p:cNvPr>
          <p:cNvPicPr>
            <a:picLocks noGrp="1" noChangeAspect="1"/>
          </p:cNvPicPr>
          <p:nvPr>
            <p:ph sz="half" idx="2"/>
          </p:nvPr>
        </p:nvPicPr>
        <p:blipFill>
          <a:blip r:embed="rId3"/>
          <a:stretch>
            <a:fillRect/>
          </a:stretch>
        </p:blipFill>
        <p:spPr>
          <a:xfrm>
            <a:off x="4648200" y="978946"/>
            <a:ext cx="4105308" cy="3310180"/>
          </a:xfrm>
        </p:spPr>
      </p:pic>
    </p:spTree>
    <p:extLst>
      <p:ext uri="{BB962C8B-B14F-4D97-AF65-F5344CB8AC3E}">
        <p14:creationId xmlns:p14="http://schemas.microsoft.com/office/powerpoint/2010/main" val="2780945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985C2-EC83-F99B-2EEE-EC681BEBAB6B}"/>
              </a:ext>
            </a:extLst>
          </p:cNvPr>
          <p:cNvSpPr>
            <a:spLocks noGrp="1"/>
          </p:cNvSpPr>
          <p:nvPr>
            <p:ph type="title"/>
          </p:nvPr>
        </p:nvSpPr>
        <p:spPr/>
        <p:txBody>
          <a:bodyPr>
            <a:normAutofit/>
          </a:bodyPr>
          <a:lstStyle/>
          <a:p>
            <a:r>
              <a:rPr lang="en-US" sz="3200" dirty="0"/>
              <a:t>Word Cloud for Negative and Positive Reviews</a:t>
            </a:r>
          </a:p>
        </p:txBody>
      </p:sp>
      <p:pic>
        <p:nvPicPr>
          <p:cNvPr id="6" name="Content Placeholder 5" descr="A close-up of words&#10;&#10;Description automatically generated">
            <a:extLst>
              <a:ext uri="{FF2B5EF4-FFF2-40B4-BE49-F238E27FC236}">
                <a16:creationId xmlns:a16="http://schemas.microsoft.com/office/drawing/2014/main" id="{8FDC563F-C89B-EA00-5CA7-85403A37F437}"/>
              </a:ext>
            </a:extLst>
          </p:cNvPr>
          <p:cNvPicPr>
            <a:picLocks noGrp="1" noChangeAspect="1"/>
          </p:cNvPicPr>
          <p:nvPr>
            <p:ph sz="half" idx="1"/>
          </p:nvPr>
        </p:nvPicPr>
        <p:blipFill>
          <a:blip r:embed="rId2"/>
          <a:stretch>
            <a:fillRect/>
          </a:stretch>
        </p:blipFill>
        <p:spPr>
          <a:xfrm>
            <a:off x="457200" y="1956194"/>
            <a:ext cx="4038600" cy="2162975"/>
          </a:xfrm>
        </p:spPr>
      </p:pic>
      <p:pic>
        <p:nvPicPr>
          <p:cNvPr id="8" name="Content Placeholder 7" descr="A close-up of words&#10;&#10;Description automatically generated">
            <a:extLst>
              <a:ext uri="{FF2B5EF4-FFF2-40B4-BE49-F238E27FC236}">
                <a16:creationId xmlns:a16="http://schemas.microsoft.com/office/drawing/2014/main" id="{F3DE23FC-53D9-E6F6-4E3F-9CF241C54A46}"/>
              </a:ext>
            </a:extLst>
          </p:cNvPr>
          <p:cNvPicPr>
            <a:picLocks noGrp="1" noChangeAspect="1"/>
          </p:cNvPicPr>
          <p:nvPr>
            <p:ph sz="half" idx="2"/>
          </p:nvPr>
        </p:nvPicPr>
        <p:blipFill>
          <a:blip r:embed="rId3"/>
          <a:stretch>
            <a:fillRect/>
          </a:stretch>
        </p:blipFill>
        <p:spPr>
          <a:xfrm>
            <a:off x="4648200" y="1952308"/>
            <a:ext cx="4038600" cy="2170747"/>
          </a:xfrm>
        </p:spPr>
      </p:pic>
    </p:spTree>
    <p:extLst>
      <p:ext uri="{BB962C8B-B14F-4D97-AF65-F5344CB8AC3E}">
        <p14:creationId xmlns:p14="http://schemas.microsoft.com/office/powerpoint/2010/main" val="1590074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1ED54-55AF-5B67-B373-F99BB659334A}"/>
              </a:ext>
            </a:extLst>
          </p:cNvPr>
          <p:cNvSpPr>
            <a:spLocks noGrp="1"/>
          </p:cNvSpPr>
          <p:nvPr>
            <p:ph type="title"/>
          </p:nvPr>
        </p:nvSpPr>
        <p:spPr/>
        <p:txBody>
          <a:bodyPr>
            <a:normAutofit fontScale="90000"/>
          </a:bodyPr>
          <a:lstStyle/>
          <a:p>
            <a:r>
              <a:rPr lang="en-US" dirty="0"/>
              <a:t>Data Preprocessing</a:t>
            </a:r>
          </a:p>
        </p:txBody>
      </p:sp>
      <p:graphicFrame>
        <p:nvGraphicFramePr>
          <p:cNvPr id="4" name="Content Placeholder 3">
            <a:extLst>
              <a:ext uri="{FF2B5EF4-FFF2-40B4-BE49-F238E27FC236}">
                <a16:creationId xmlns:a16="http://schemas.microsoft.com/office/drawing/2014/main" id="{9D443978-DED8-9768-55B2-CD62EC394E05}"/>
              </a:ext>
            </a:extLst>
          </p:cNvPr>
          <p:cNvGraphicFramePr>
            <a:graphicFrameLocks noGrp="1"/>
          </p:cNvGraphicFramePr>
          <p:nvPr>
            <p:ph idx="1"/>
            <p:extLst>
              <p:ext uri="{D42A27DB-BD31-4B8C-83A1-F6EECF244321}">
                <p14:modId xmlns:p14="http://schemas.microsoft.com/office/powerpoint/2010/main" val="4273531826"/>
              </p:ext>
            </p:extLst>
          </p:nvPr>
        </p:nvGraphicFramePr>
        <p:xfrm>
          <a:off x="457200" y="1610179"/>
          <a:ext cx="8229600" cy="29844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3407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4E1E7-1EAD-3FB2-AE2B-FB0308F335AE}"/>
              </a:ext>
            </a:extLst>
          </p:cNvPr>
          <p:cNvSpPr>
            <a:spLocks noGrp="1"/>
          </p:cNvSpPr>
          <p:nvPr>
            <p:ph type="title"/>
          </p:nvPr>
        </p:nvSpPr>
        <p:spPr/>
        <p:txBody>
          <a:bodyPr>
            <a:normAutofit fontScale="90000"/>
          </a:bodyPr>
          <a:lstStyle/>
          <a:p>
            <a:r>
              <a:rPr lang="en-US" dirty="0"/>
              <a:t>Model Selection</a:t>
            </a:r>
          </a:p>
        </p:txBody>
      </p:sp>
      <p:pic>
        <p:nvPicPr>
          <p:cNvPr id="6" name="Content Placeholder 5" descr="A screenshot of a graph&#10;&#10;Description automatically generated">
            <a:extLst>
              <a:ext uri="{FF2B5EF4-FFF2-40B4-BE49-F238E27FC236}">
                <a16:creationId xmlns:a16="http://schemas.microsoft.com/office/drawing/2014/main" id="{79E2012B-8705-6FD1-3C9E-9A3E2A4189CD}"/>
              </a:ext>
            </a:extLst>
          </p:cNvPr>
          <p:cNvPicPr>
            <a:picLocks noGrp="1" noChangeAspect="1"/>
          </p:cNvPicPr>
          <p:nvPr>
            <p:ph idx="1"/>
          </p:nvPr>
        </p:nvPicPr>
        <p:blipFill>
          <a:blip r:embed="rId2"/>
          <a:stretch>
            <a:fillRect/>
          </a:stretch>
        </p:blipFill>
        <p:spPr>
          <a:xfrm>
            <a:off x="2086302" y="1609725"/>
            <a:ext cx="4971395" cy="2984500"/>
          </a:xfrm>
        </p:spPr>
      </p:pic>
    </p:spTree>
    <p:extLst>
      <p:ext uri="{BB962C8B-B14F-4D97-AF65-F5344CB8AC3E}">
        <p14:creationId xmlns:p14="http://schemas.microsoft.com/office/powerpoint/2010/main" val="2483249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41F3E-A1A6-6BB5-EBFC-1DF254629BD3}"/>
              </a:ext>
            </a:extLst>
          </p:cNvPr>
          <p:cNvSpPr>
            <a:spLocks noGrp="1"/>
          </p:cNvSpPr>
          <p:nvPr>
            <p:ph type="title"/>
          </p:nvPr>
        </p:nvSpPr>
        <p:spPr/>
        <p:txBody>
          <a:bodyPr>
            <a:normAutofit fontScale="90000"/>
          </a:bodyPr>
          <a:lstStyle/>
          <a:p>
            <a:r>
              <a:rPr lang="en-US" dirty="0"/>
              <a:t>Streamlit Application</a:t>
            </a:r>
          </a:p>
        </p:txBody>
      </p:sp>
      <p:pic>
        <p:nvPicPr>
          <p:cNvPr id="7" name="Content Placeholder 6" descr="A screenshot of a test&#10;&#10;Description automatically generated">
            <a:extLst>
              <a:ext uri="{FF2B5EF4-FFF2-40B4-BE49-F238E27FC236}">
                <a16:creationId xmlns:a16="http://schemas.microsoft.com/office/drawing/2014/main" id="{230B0C4B-FC39-65AE-BFC5-ED43E80DEBD7}"/>
              </a:ext>
            </a:extLst>
          </p:cNvPr>
          <p:cNvPicPr>
            <a:picLocks noGrp="1" noChangeAspect="1"/>
          </p:cNvPicPr>
          <p:nvPr>
            <p:ph idx="1"/>
          </p:nvPr>
        </p:nvPicPr>
        <p:blipFill>
          <a:blip r:embed="rId2"/>
          <a:stretch>
            <a:fillRect/>
          </a:stretch>
        </p:blipFill>
        <p:spPr>
          <a:xfrm>
            <a:off x="1572553" y="1609725"/>
            <a:ext cx="5998894" cy="2984500"/>
          </a:xfrm>
        </p:spPr>
      </p:pic>
    </p:spTree>
    <p:extLst>
      <p:ext uri="{BB962C8B-B14F-4D97-AF65-F5344CB8AC3E}">
        <p14:creationId xmlns:p14="http://schemas.microsoft.com/office/powerpoint/2010/main" val="2798035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5A53D-4E97-728F-9A89-3BDF0BC737EE}"/>
              </a:ext>
            </a:extLst>
          </p:cNvPr>
          <p:cNvSpPr>
            <a:spLocks noGrp="1"/>
          </p:cNvSpPr>
          <p:nvPr>
            <p:ph type="title"/>
          </p:nvPr>
        </p:nvSpPr>
        <p:spPr/>
        <p:txBody>
          <a:bodyPr>
            <a:normAutofit fontScale="90000"/>
          </a:bodyPr>
          <a:lstStyle/>
          <a:p>
            <a:r>
              <a:rPr lang="en-US" dirty="0"/>
              <a:t>Summary</a:t>
            </a:r>
          </a:p>
        </p:txBody>
      </p:sp>
      <p:graphicFrame>
        <p:nvGraphicFramePr>
          <p:cNvPr id="5" name="Content Placeholder 4">
            <a:extLst>
              <a:ext uri="{FF2B5EF4-FFF2-40B4-BE49-F238E27FC236}">
                <a16:creationId xmlns:a16="http://schemas.microsoft.com/office/drawing/2014/main" id="{769FB580-8E12-4832-BD7C-46E099E0B52B}"/>
              </a:ext>
            </a:extLst>
          </p:cNvPr>
          <p:cNvGraphicFramePr>
            <a:graphicFrameLocks noGrp="1"/>
          </p:cNvGraphicFramePr>
          <p:nvPr>
            <p:ph idx="1"/>
            <p:extLst>
              <p:ext uri="{D42A27DB-BD31-4B8C-83A1-F6EECF244321}">
                <p14:modId xmlns:p14="http://schemas.microsoft.com/office/powerpoint/2010/main" val="4047520580"/>
              </p:ext>
            </p:extLst>
          </p:nvPr>
        </p:nvGraphicFramePr>
        <p:xfrm>
          <a:off x="457200" y="1610179"/>
          <a:ext cx="8229600" cy="29844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9861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21FFE9C-AE49-B1DC-835A-4CDD67456745}"/>
              </a:ext>
            </a:extLst>
          </p:cNvPr>
          <p:cNvGraphicFramePr>
            <a:graphicFrameLocks noGrp="1"/>
          </p:cNvGraphicFramePr>
          <p:nvPr>
            <p:ph idx="1"/>
            <p:extLst>
              <p:ext uri="{D42A27DB-BD31-4B8C-83A1-F6EECF244321}">
                <p14:modId xmlns:p14="http://schemas.microsoft.com/office/powerpoint/2010/main" val="2334568301"/>
              </p:ext>
            </p:extLst>
          </p:nvPr>
        </p:nvGraphicFramePr>
        <p:xfrm>
          <a:off x="398033" y="1559859"/>
          <a:ext cx="8288767" cy="3034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66891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6F0B0C-A40F-D9B7-3A9A-E9E4FFFF3D58}"/>
              </a:ext>
            </a:extLst>
          </p:cNvPr>
          <p:cNvSpPr/>
          <p:nvPr/>
        </p:nvSpPr>
        <p:spPr>
          <a:xfrm>
            <a:off x="2835178" y="2110085"/>
            <a:ext cx="3473644"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THANKYOU</a:t>
            </a:r>
          </a:p>
        </p:txBody>
      </p:sp>
    </p:spTree>
    <p:extLst>
      <p:ext uri="{BB962C8B-B14F-4D97-AF65-F5344CB8AC3E}">
        <p14:creationId xmlns:p14="http://schemas.microsoft.com/office/powerpoint/2010/main" val="11680364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2418</TotalTime>
  <Words>521</Words>
  <Application>Microsoft Macintosh PowerPoint</Application>
  <PresentationFormat>On-screen Show (16:9)</PresentationFormat>
  <Paragraphs>72</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Introduction</vt:lpstr>
      <vt:lpstr>Dataset Overview</vt:lpstr>
      <vt:lpstr>About the Data</vt:lpstr>
      <vt:lpstr>Data Cleaning</vt:lpstr>
      <vt:lpstr>Exploratory Data Analysis</vt:lpstr>
      <vt:lpstr>PowerPoint Presentation</vt:lpstr>
      <vt:lpstr>Word Cloud for Negative and Positive Reviews</vt:lpstr>
      <vt:lpstr>Data Preprocessing</vt:lpstr>
      <vt:lpstr>Model Selection</vt:lpstr>
      <vt:lpstr>Streamlit Application</vt:lpstr>
      <vt:lpstr>Summary</vt:lpstr>
      <vt:lpstr>PowerPoint Presentation</vt:lpstr>
      <vt:lpstr>PowerPoint Presentation</vt:lpstr>
    </vt:vector>
  </TitlesOfParts>
  <Company>UMBC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Jim Lord</dc:creator>
  <cp:lastModifiedBy>Gowtham Karaka</cp:lastModifiedBy>
  <cp:revision>9</cp:revision>
  <dcterms:created xsi:type="dcterms:W3CDTF">2019-02-27T15:38:32Z</dcterms:created>
  <dcterms:modified xsi:type="dcterms:W3CDTF">2024-12-09T11:13:14Z</dcterms:modified>
</cp:coreProperties>
</file>